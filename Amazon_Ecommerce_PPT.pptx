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7"/>
  </p:notesMasterIdLst>
  <p:handoutMasterIdLst>
    <p:handoutMasterId r:id="rId28"/>
  </p:handoutMasterIdLst>
  <p:sldIdLst>
    <p:sldId id="256" r:id="rId5"/>
    <p:sldId id="257" r:id="rId6"/>
    <p:sldId id="267" r:id="rId7"/>
    <p:sldId id="301" r:id="rId8"/>
    <p:sldId id="260" r:id="rId9"/>
    <p:sldId id="258" r:id="rId10"/>
    <p:sldId id="261" r:id="rId11"/>
    <p:sldId id="302" r:id="rId12"/>
    <p:sldId id="286" r:id="rId13"/>
    <p:sldId id="293" r:id="rId14"/>
    <p:sldId id="303" r:id="rId15"/>
    <p:sldId id="294" r:id="rId16"/>
    <p:sldId id="295" r:id="rId17"/>
    <p:sldId id="296" r:id="rId18"/>
    <p:sldId id="297" r:id="rId19"/>
    <p:sldId id="298" r:id="rId20"/>
    <p:sldId id="292" r:id="rId21"/>
    <p:sldId id="304" r:id="rId22"/>
    <p:sldId id="305" r:id="rId23"/>
    <p:sldId id="291" r:id="rId24"/>
    <p:sldId id="300" r:id="rId25"/>
    <p:sldId id="268"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136"/>
    <a:srgbClr val="00243A"/>
    <a:srgbClr val="63B7C6"/>
    <a:srgbClr val="103350"/>
    <a:srgbClr val="0C4360"/>
    <a:srgbClr val="1B6872"/>
    <a:srgbClr val="0C75A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8" d="100"/>
          <a:sy n="88" d="100"/>
        </p:scale>
        <p:origin x="255" y="57"/>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HUTOSH KAR" userId="62d58b8dd1f5f27d" providerId="LiveId" clId="{02F0863D-18FC-4DAC-AB78-C7F77E1AD674}"/>
    <pc:docChg chg="undo custSel modSld">
      <pc:chgData name="ASHUTOSH KAR" userId="62d58b8dd1f5f27d" providerId="LiveId" clId="{02F0863D-18FC-4DAC-AB78-C7F77E1AD674}" dt="2026-01-26T14:30:14.479" v="367" actId="255"/>
      <pc:docMkLst>
        <pc:docMk/>
      </pc:docMkLst>
      <pc:sldChg chg="modSp mod">
        <pc:chgData name="ASHUTOSH KAR" userId="62d58b8dd1f5f27d" providerId="LiveId" clId="{02F0863D-18FC-4DAC-AB78-C7F77E1AD674}" dt="2026-01-26T14:29:49.055" v="363" actId="14100"/>
        <pc:sldMkLst>
          <pc:docMk/>
          <pc:sldMk cId="3946934594" sldId="256"/>
        </pc:sldMkLst>
        <pc:spChg chg="mod">
          <ac:chgData name="ASHUTOSH KAR" userId="62d58b8dd1f5f27d" providerId="LiveId" clId="{02F0863D-18FC-4DAC-AB78-C7F77E1AD674}" dt="2026-01-26T14:29:36.247" v="360" actId="2711"/>
          <ac:spMkLst>
            <pc:docMk/>
            <pc:sldMk cId="3946934594" sldId="256"/>
            <ac:spMk id="2" creationId="{632BE5BF-9922-45FB-8F3F-4446D40A051B}"/>
          </ac:spMkLst>
        </pc:spChg>
        <pc:spChg chg="mod">
          <ac:chgData name="ASHUTOSH KAR" userId="62d58b8dd1f5f27d" providerId="LiveId" clId="{02F0863D-18FC-4DAC-AB78-C7F77E1AD674}" dt="2026-01-26T14:29:29.738" v="359" actId="255"/>
          <ac:spMkLst>
            <pc:docMk/>
            <pc:sldMk cId="3946934594" sldId="256"/>
            <ac:spMk id="3" creationId="{0D537F64-4C96-4AA8-BB21-E8053A3186DD}"/>
          </ac:spMkLst>
        </pc:spChg>
        <pc:spChg chg="mod">
          <ac:chgData name="ASHUTOSH KAR" userId="62d58b8dd1f5f27d" providerId="LiveId" clId="{02F0863D-18FC-4DAC-AB78-C7F77E1AD674}" dt="2026-01-26T14:29:49.055" v="363" actId="14100"/>
          <ac:spMkLst>
            <pc:docMk/>
            <pc:sldMk cId="3946934594" sldId="256"/>
            <ac:spMk id="4" creationId="{82DC74D5-E6BB-6507-71BD-9E65D5F86E98}"/>
          </ac:spMkLst>
        </pc:spChg>
      </pc:sldChg>
      <pc:sldChg chg="modSp mod">
        <pc:chgData name="ASHUTOSH KAR" userId="62d58b8dd1f5f27d" providerId="LiveId" clId="{02F0863D-18FC-4DAC-AB78-C7F77E1AD674}" dt="2026-01-26T14:30:14.479" v="367" actId="255"/>
        <pc:sldMkLst>
          <pc:docMk/>
          <pc:sldMk cId="2902794312" sldId="257"/>
        </pc:sldMkLst>
        <pc:spChg chg="mod">
          <ac:chgData name="ASHUTOSH KAR" userId="62d58b8dd1f5f27d" providerId="LiveId" clId="{02F0863D-18FC-4DAC-AB78-C7F77E1AD674}" dt="2026-01-26T14:30:05.807" v="365" actId="255"/>
          <ac:spMkLst>
            <pc:docMk/>
            <pc:sldMk cId="2902794312" sldId="257"/>
            <ac:spMk id="4" creationId="{E3BD8413-C238-49D7-A4E1-E8FEF1811A0E}"/>
          </ac:spMkLst>
        </pc:spChg>
        <pc:spChg chg="mod">
          <ac:chgData name="ASHUTOSH KAR" userId="62d58b8dd1f5f27d" providerId="LiveId" clId="{02F0863D-18FC-4DAC-AB78-C7F77E1AD674}" dt="2026-01-26T14:30:14.479" v="367" actId="255"/>
          <ac:spMkLst>
            <pc:docMk/>
            <pc:sldMk cId="2902794312" sldId="257"/>
            <ac:spMk id="5" creationId="{0A95F4DE-39B7-4CE2-BC1E-8B8AE662A895}"/>
          </ac:spMkLst>
        </pc:spChg>
      </pc:sldChg>
      <pc:sldChg chg="modSp mod">
        <pc:chgData name="ASHUTOSH KAR" userId="62d58b8dd1f5f27d" providerId="LiveId" clId="{02F0863D-18FC-4DAC-AB78-C7F77E1AD674}" dt="2026-01-26T13:53:25.358" v="95" actId="1076"/>
        <pc:sldMkLst>
          <pc:docMk/>
          <pc:sldMk cId="3733486012" sldId="258"/>
        </pc:sldMkLst>
        <pc:spChg chg="mod">
          <ac:chgData name="ASHUTOSH KAR" userId="62d58b8dd1f5f27d" providerId="LiveId" clId="{02F0863D-18FC-4DAC-AB78-C7F77E1AD674}" dt="2026-01-26T13:53:25.358" v="95" actId="1076"/>
          <ac:spMkLst>
            <pc:docMk/>
            <pc:sldMk cId="3733486012" sldId="258"/>
            <ac:spMk id="6" creationId="{714D2790-07DA-1225-D6C8-D1256CD7C4EC}"/>
          </ac:spMkLst>
        </pc:spChg>
        <pc:spChg chg="mod">
          <ac:chgData name="ASHUTOSH KAR" userId="62d58b8dd1f5f27d" providerId="LiveId" clId="{02F0863D-18FC-4DAC-AB78-C7F77E1AD674}" dt="2026-01-26T13:53:21.438" v="94" actId="1076"/>
          <ac:spMkLst>
            <pc:docMk/>
            <pc:sldMk cId="3733486012" sldId="258"/>
            <ac:spMk id="7" creationId="{7875C19A-1AAE-476A-A316-A2CF92D763D3}"/>
          </ac:spMkLst>
        </pc:spChg>
      </pc:sldChg>
      <pc:sldChg chg="modSp mod">
        <pc:chgData name="ASHUTOSH KAR" userId="62d58b8dd1f5f27d" providerId="LiveId" clId="{02F0863D-18FC-4DAC-AB78-C7F77E1AD674}" dt="2026-01-26T13:54:16.696" v="104" actId="1076"/>
        <pc:sldMkLst>
          <pc:docMk/>
          <pc:sldMk cId="709828751" sldId="260"/>
        </pc:sldMkLst>
        <pc:spChg chg="mod">
          <ac:chgData name="ASHUTOSH KAR" userId="62d58b8dd1f5f27d" providerId="LiveId" clId="{02F0863D-18FC-4DAC-AB78-C7F77E1AD674}" dt="2026-01-26T13:54:01.881" v="101" actId="1076"/>
          <ac:spMkLst>
            <pc:docMk/>
            <pc:sldMk cId="709828751" sldId="260"/>
            <ac:spMk id="4" creationId="{BD179B88-D43C-4A31-9A52-3498E9430782}"/>
          </ac:spMkLst>
        </pc:spChg>
        <pc:spChg chg="mod">
          <ac:chgData name="ASHUTOSH KAR" userId="62d58b8dd1f5f27d" providerId="LiveId" clId="{02F0863D-18FC-4DAC-AB78-C7F77E1AD674}" dt="2026-01-26T13:54:13.308" v="103" actId="14100"/>
          <ac:spMkLst>
            <pc:docMk/>
            <pc:sldMk cId="709828751" sldId="260"/>
            <ac:spMk id="5" creationId="{DCDDBE65-9AB1-4989-AF86-726591A6A128}"/>
          </ac:spMkLst>
        </pc:spChg>
        <pc:picChg chg="mod">
          <ac:chgData name="ASHUTOSH KAR" userId="62d58b8dd1f5f27d" providerId="LiveId" clId="{02F0863D-18FC-4DAC-AB78-C7F77E1AD674}" dt="2026-01-26T13:54:16.696" v="104" actId="1076"/>
          <ac:picMkLst>
            <pc:docMk/>
            <pc:sldMk cId="709828751" sldId="260"/>
            <ac:picMk id="7" creationId="{CBDB48B2-02F5-1040-55FE-D975F16721E2}"/>
          </ac:picMkLst>
        </pc:picChg>
      </pc:sldChg>
      <pc:sldChg chg="modSp mod">
        <pc:chgData name="ASHUTOSH KAR" userId="62d58b8dd1f5f27d" providerId="LiveId" clId="{02F0863D-18FC-4DAC-AB78-C7F77E1AD674}" dt="2026-01-26T13:52:35.484" v="86" actId="2711"/>
        <pc:sldMkLst>
          <pc:docMk/>
          <pc:sldMk cId="3607270498" sldId="261"/>
        </pc:sldMkLst>
        <pc:spChg chg="mod">
          <ac:chgData name="ASHUTOSH KAR" userId="62d58b8dd1f5f27d" providerId="LiveId" clId="{02F0863D-18FC-4DAC-AB78-C7F77E1AD674}" dt="2026-01-26T13:52:35.484" v="86" actId="2711"/>
          <ac:spMkLst>
            <pc:docMk/>
            <pc:sldMk cId="3607270498" sldId="261"/>
            <ac:spMk id="4" creationId="{315E3981-F0D7-482C-A8E0-6A57700BECA7}"/>
          </ac:spMkLst>
        </pc:spChg>
        <pc:spChg chg="mod">
          <ac:chgData name="ASHUTOSH KAR" userId="62d58b8dd1f5f27d" providerId="LiveId" clId="{02F0863D-18FC-4DAC-AB78-C7F77E1AD674}" dt="2026-01-26T13:52:21.704" v="85" actId="2711"/>
          <ac:spMkLst>
            <pc:docMk/>
            <pc:sldMk cId="3607270498" sldId="261"/>
            <ac:spMk id="5" creationId="{5E6F3641-9A7F-5305-0D44-6C40E38618C6}"/>
          </ac:spMkLst>
        </pc:spChg>
      </pc:sldChg>
      <pc:sldChg chg="modSp mod">
        <pc:chgData name="ASHUTOSH KAR" userId="62d58b8dd1f5f27d" providerId="LiveId" clId="{02F0863D-18FC-4DAC-AB78-C7F77E1AD674}" dt="2026-01-26T13:54:53.990" v="109" actId="14100"/>
        <pc:sldMkLst>
          <pc:docMk/>
          <pc:sldMk cId="914134537" sldId="267"/>
        </pc:sldMkLst>
        <pc:spChg chg="mod">
          <ac:chgData name="ASHUTOSH KAR" userId="62d58b8dd1f5f27d" providerId="LiveId" clId="{02F0863D-18FC-4DAC-AB78-C7F77E1AD674}" dt="2026-01-26T13:54:53.990" v="109" actId="14100"/>
          <ac:spMkLst>
            <pc:docMk/>
            <pc:sldMk cId="914134537" sldId="267"/>
            <ac:spMk id="6" creationId="{A4CD37D6-FE32-48E3-A3AD-F07BE6A19FA1}"/>
          </ac:spMkLst>
        </pc:spChg>
      </pc:sldChg>
      <pc:sldChg chg="modSp mod">
        <pc:chgData name="ASHUTOSH KAR" userId="62d58b8dd1f5f27d" providerId="LiveId" clId="{02F0863D-18FC-4DAC-AB78-C7F77E1AD674}" dt="2026-01-26T14:28:07.325" v="273" actId="2711"/>
        <pc:sldMkLst>
          <pc:docMk/>
          <pc:sldMk cId="44069682" sldId="268"/>
        </pc:sldMkLst>
        <pc:spChg chg="mod">
          <ac:chgData name="ASHUTOSH KAR" userId="62d58b8dd1f5f27d" providerId="LiveId" clId="{02F0863D-18FC-4DAC-AB78-C7F77E1AD674}" dt="2026-01-26T14:28:07.325" v="273" actId="2711"/>
          <ac:spMkLst>
            <pc:docMk/>
            <pc:sldMk cId="44069682" sldId="268"/>
            <ac:spMk id="2" creationId="{632BE5BF-9922-45FB-8F3F-4446D40A051B}"/>
          </ac:spMkLst>
        </pc:spChg>
      </pc:sldChg>
      <pc:sldChg chg="addSp delSp modSp mod">
        <pc:chgData name="ASHUTOSH KAR" userId="62d58b8dd1f5f27d" providerId="LiveId" clId="{02F0863D-18FC-4DAC-AB78-C7F77E1AD674}" dt="2026-01-26T14:15:06.017" v="188" actId="1036"/>
        <pc:sldMkLst>
          <pc:docMk/>
          <pc:sldMk cId="3922722332" sldId="286"/>
        </pc:sldMkLst>
        <pc:spChg chg="mod">
          <ac:chgData name="ASHUTOSH KAR" userId="62d58b8dd1f5f27d" providerId="LiveId" clId="{02F0863D-18FC-4DAC-AB78-C7F77E1AD674}" dt="2026-01-26T13:55:48.195" v="116" actId="2711"/>
          <ac:spMkLst>
            <pc:docMk/>
            <pc:sldMk cId="3922722332" sldId="286"/>
            <ac:spMk id="3" creationId="{706092E6-1D9E-C3A4-B37F-DED1BE579258}"/>
          </ac:spMkLst>
        </pc:spChg>
        <pc:spChg chg="mod">
          <ac:chgData name="ASHUTOSH KAR" userId="62d58b8dd1f5f27d" providerId="LiveId" clId="{02F0863D-18FC-4DAC-AB78-C7F77E1AD674}" dt="2026-01-26T14:15:06.017" v="188" actId="1036"/>
          <ac:spMkLst>
            <pc:docMk/>
            <pc:sldMk cId="3922722332" sldId="286"/>
            <ac:spMk id="9" creationId="{FCB86549-DC62-7631-7677-81CD9434119E}"/>
          </ac:spMkLst>
        </pc:spChg>
        <pc:picChg chg="add mod">
          <ac:chgData name="ASHUTOSH KAR" userId="62d58b8dd1f5f27d" providerId="LiveId" clId="{02F0863D-18FC-4DAC-AB78-C7F77E1AD674}" dt="2026-01-26T14:14:52.512" v="185" actId="1076"/>
          <ac:picMkLst>
            <pc:docMk/>
            <pc:sldMk cId="3922722332" sldId="286"/>
            <ac:picMk id="4" creationId="{430D57A8-BDE5-769E-F959-64F8F5ACCFD3}"/>
          </ac:picMkLst>
        </pc:picChg>
        <pc:picChg chg="del">
          <ac:chgData name="ASHUTOSH KAR" userId="62d58b8dd1f5f27d" providerId="LiveId" clId="{02F0863D-18FC-4DAC-AB78-C7F77E1AD674}" dt="2026-01-26T13:57:35.992" v="118" actId="478"/>
          <ac:picMkLst>
            <pc:docMk/>
            <pc:sldMk cId="3922722332" sldId="286"/>
            <ac:picMk id="7" creationId="{39688DD7-03CC-5556-7284-95A2241916CE}"/>
          </ac:picMkLst>
        </pc:picChg>
      </pc:sldChg>
      <pc:sldChg chg="modSp mod">
        <pc:chgData name="ASHUTOSH KAR" userId="62d58b8dd1f5f27d" providerId="LiveId" clId="{02F0863D-18FC-4DAC-AB78-C7F77E1AD674}" dt="2026-01-26T14:27:46.614" v="271" actId="14100"/>
        <pc:sldMkLst>
          <pc:docMk/>
          <pc:sldMk cId="897408078" sldId="291"/>
        </pc:sldMkLst>
        <pc:spChg chg="mod">
          <ac:chgData name="ASHUTOSH KAR" userId="62d58b8dd1f5f27d" providerId="LiveId" clId="{02F0863D-18FC-4DAC-AB78-C7F77E1AD674}" dt="2026-01-26T14:27:46.614" v="271" actId="14100"/>
          <ac:spMkLst>
            <pc:docMk/>
            <pc:sldMk cId="897408078" sldId="291"/>
            <ac:spMk id="4" creationId="{BE6AD24D-4E86-0BAA-248A-11B63E2CBFC5}"/>
          </ac:spMkLst>
        </pc:spChg>
        <pc:spChg chg="mod">
          <ac:chgData name="ASHUTOSH KAR" userId="62d58b8dd1f5f27d" providerId="LiveId" clId="{02F0863D-18FC-4DAC-AB78-C7F77E1AD674}" dt="2026-01-26T14:27:10.104" v="264" actId="2711"/>
          <ac:spMkLst>
            <pc:docMk/>
            <pc:sldMk cId="897408078" sldId="291"/>
            <ac:spMk id="5" creationId="{E3F870A2-07D7-140C-48C8-D04AFA9DEC44}"/>
          </ac:spMkLst>
        </pc:spChg>
      </pc:sldChg>
      <pc:sldChg chg="addSp delSp modSp mod">
        <pc:chgData name="ASHUTOSH KAR" userId="62d58b8dd1f5f27d" providerId="LiveId" clId="{02F0863D-18FC-4DAC-AB78-C7F77E1AD674}" dt="2026-01-26T14:24:15.856" v="241" actId="478"/>
        <pc:sldMkLst>
          <pc:docMk/>
          <pc:sldMk cId="61652918" sldId="292"/>
        </pc:sldMkLst>
        <pc:spChg chg="mod">
          <ac:chgData name="ASHUTOSH KAR" userId="62d58b8dd1f5f27d" providerId="LiveId" clId="{02F0863D-18FC-4DAC-AB78-C7F77E1AD674}" dt="2026-01-26T14:21:16.086" v="222" actId="1076"/>
          <ac:spMkLst>
            <pc:docMk/>
            <pc:sldMk cId="61652918" sldId="292"/>
            <ac:spMk id="2" creationId="{8ADD3187-2913-D832-B18A-479A8C7FDA02}"/>
          </ac:spMkLst>
        </pc:spChg>
        <pc:picChg chg="add del mod">
          <ac:chgData name="ASHUTOSH KAR" userId="62d58b8dd1f5f27d" providerId="LiveId" clId="{02F0863D-18FC-4DAC-AB78-C7F77E1AD674}" dt="2026-01-26T14:24:15.856" v="241" actId="478"/>
          <ac:picMkLst>
            <pc:docMk/>
            <pc:sldMk cId="61652918" sldId="292"/>
            <ac:picMk id="4" creationId="{FEC5FA74-3836-857E-2A78-8361ED790EC4}"/>
          </ac:picMkLst>
        </pc:picChg>
        <pc:picChg chg="del">
          <ac:chgData name="ASHUTOSH KAR" userId="62d58b8dd1f5f27d" providerId="LiveId" clId="{02F0863D-18FC-4DAC-AB78-C7F77E1AD674}" dt="2026-01-26T14:23:10.327" v="236" actId="478"/>
          <ac:picMkLst>
            <pc:docMk/>
            <pc:sldMk cId="61652918" sldId="292"/>
            <ac:picMk id="5" creationId="{351B5C7C-7403-6667-8E3A-AA1A620DF7B4}"/>
          </ac:picMkLst>
        </pc:picChg>
      </pc:sldChg>
      <pc:sldChg chg="modSp mod">
        <pc:chgData name="ASHUTOSH KAR" userId="62d58b8dd1f5f27d" providerId="LiveId" clId="{02F0863D-18FC-4DAC-AB78-C7F77E1AD674}" dt="2026-01-26T14:22:24.344" v="231" actId="255"/>
        <pc:sldMkLst>
          <pc:docMk/>
          <pc:sldMk cId="56365189" sldId="293"/>
        </pc:sldMkLst>
        <pc:spChg chg="mod">
          <ac:chgData name="ASHUTOSH KAR" userId="62d58b8dd1f5f27d" providerId="LiveId" clId="{02F0863D-18FC-4DAC-AB78-C7F77E1AD674}" dt="2026-01-26T14:22:24.344" v="231" actId="255"/>
          <ac:spMkLst>
            <pc:docMk/>
            <pc:sldMk cId="56365189" sldId="293"/>
            <ac:spMk id="4" creationId="{0041D1C4-9523-3B95-1B0C-630A14EA9B27}"/>
          </ac:spMkLst>
        </pc:spChg>
        <pc:spChg chg="mod">
          <ac:chgData name="ASHUTOSH KAR" userId="62d58b8dd1f5f27d" providerId="LiveId" clId="{02F0863D-18FC-4DAC-AB78-C7F77E1AD674}" dt="2026-01-26T13:58:50.509" v="131" actId="2711"/>
          <ac:spMkLst>
            <pc:docMk/>
            <pc:sldMk cId="56365189" sldId="293"/>
            <ac:spMk id="11" creationId="{443CD6C2-E895-4F0B-2385-8EAB236FDB52}"/>
          </ac:spMkLst>
        </pc:spChg>
        <pc:picChg chg="mod">
          <ac:chgData name="ASHUTOSH KAR" userId="62d58b8dd1f5f27d" providerId="LiveId" clId="{02F0863D-18FC-4DAC-AB78-C7F77E1AD674}" dt="2026-01-26T14:14:34.507" v="183" actId="1076"/>
          <ac:picMkLst>
            <pc:docMk/>
            <pc:sldMk cId="56365189" sldId="293"/>
            <ac:picMk id="7" creationId="{B23A5691-D262-28AD-1B04-B8F5FC33973D}"/>
          </ac:picMkLst>
        </pc:picChg>
      </pc:sldChg>
      <pc:sldChg chg="addSp delSp modSp mod">
        <pc:chgData name="ASHUTOSH KAR" userId="62d58b8dd1f5f27d" providerId="LiveId" clId="{02F0863D-18FC-4DAC-AB78-C7F77E1AD674}" dt="2026-01-26T14:22:12.098" v="229" actId="2711"/>
        <pc:sldMkLst>
          <pc:docMk/>
          <pc:sldMk cId="2660486305" sldId="294"/>
        </pc:sldMkLst>
        <pc:spChg chg="mod">
          <ac:chgData name="ASHUTOSH KAR" userId="62d58b8dd1f5f27d" providerId="LiveId" clId="{02F0863D-18FC-4DAC-AB78-C7F77E1AD674}" dt="2026-01-26T14:22:12.098" v="229" actId="2711"/>
          <ac:spMkLst>
            <pc:docMk/>
            <pc:sldMk cId="2660486305" sldId="294"/>
            <ac:spMk id="3" creationId="{BD9E6EC9-1C96-C37F-E6DA-EF428DDBADD8}"/>
          </ac:spMkLst>
        </pc:spChg>
        <pc:spChg chg="mod">
          <ac:chgData name="ASHUTOSH KAR" userId="62d58b8dd1f5f27d" providerId="LiveId" clId="{02F0863D-18FC-4DAC-AB78-C7F77E1AD674}" dt="2026-01-26T14:15:25.163" v="192" actId="1036"/>
          <ac:spMkLst>
            <pc:docMk/>
            <pc:sldMk cId="2660486305" sldId="294"/>
            <ac:spMk id="11" creationId="{6FC62F61-C47F-8A24-9492-7D417163ED54}"/>
          </ac:spMkLst>
        </pc:spChg>
        <pc:picChg chg="add mod">
          <ac:chgData name="ASHUTOSH KAR" userId="62d58b8dd1f5f27d" providerId="LiveId" clId="{02F0863D-18FC-4DAC-AB78-C7F77E1AD674}" dt="2026-01-26T14:15:14.587" v="189" actId="1076"/>
          <ac:picMkLst>
            <pc:docMk/>
            <pc:sldMk cId="2660486305" sldId="294"/>
            <ac:picMk id="4" creationId="{3AEF4DCA-94F4-FA2D-0E13-525B76DAD77C}"/>
          </ac:picMkLst>
        </pc:picChg>
        <pc:picChg chg="del mod">
          <ac:chgData name="ASHUTOSH KAR" userId="62d58b8dd1f5f27d" providerId="LiveId" clId="{02F0863D-18FC-4DAC-AB78-C7F77E1AD674}" dt="2026-01-26T14:05:46.024" v="164" actId="478"/>
          <ac:picMkLst>
            <pc:docMk/>
            <pc:sldMk cId="2660486305" sldId="294"/>
            <ac:picMk id="13" creationId="{4D8BDFD0-4EEB-F5B2-4F26-70BBED65D8EF}"/>
          </ac:picMkLst>
        </pc:picChg>
      </pc:sldChg>
      <pc:sldChg chg="addSp delSp modSp mod">
        <pc:chgData name="ASHUTOSH KAR" userId="62d58b8dd1f5f27d" providerId="LiveId" clId="{02F0863D-18FC-4DAC-AB78-C7F77E1AD674}" dt="2026-01-26T14:22:03.587" v="228" actId="255"/>
        <pc:sldMkLst>
          <pc:docMk/>
          <pc:sldMk cId="1201111040" sldId="295"/>
        </pc:sldMkLst>
        <pc:spChg chg="mod">
          <ac:chgData name="ASHUTOSH KAR" userId="62d58b8dd1f5f27d" providerId="LiveId" clId="{02F0863D-18FC-4DAC-AB78-C7F77E1AD674}" dt="2026-01-26T14:22:03.587" v="228" actId="255"/>
          <ac:spMkLst>
            <pc:docMk/>
            <pc:sldMk cId="1201111040" sldId="295"/>
            <ac:spMk id="4" creationId="{EC790387-B6BC-9C37-8193-EC00D3BAD4EB}"/>
          </ac:spMkLst>
        </pc:spChg>
        <pc:spChg chg="mod">
          <ac:chgData name="ASHUTOSH KAR" userId="62d58b8dd1f5f27d" providerId="LiveId" clId="{02F0863D-18FC-4DAC-AB78-C7F77E1AD674}" dt="2026-01-26T14:14:09.337" v="178" actId="1076"/>
          <ac:spMkLst>
            <pc:docMk/>
            <pc:sldMk cId="1201111040" sldId="295"/>
            <ac:spMk id="9" creationId="{41B46B1C-7C85-D34B-D8C9-63ED65893ABC}"/>
          </ac:spMkLst>
        </pc:spChg>
        <pc:picChg chg="add mod">
          <ac:chgData name="ASHUTOSH KAR" userId="62d58b8dd1f5f27d" providerId="LiveId" clId="{02F0863D-18FC-4DAC-AB78-C7F77E1AD674}" dt="2026-01-26T14:14:17.364" v="180" actId="1076"/>
          <ac:picMkLst>
            <pc:docMk/>
            <pc:sldMk cId="1201111040" sldId="295"/>
            <ac:picMk id="3" creationId="{09DA9723-257D-9179-8B31-1C98BFF0D328}"/>
          </ac:picMkLst>
        </pc:picChg>
        <pc:picChg chg="del">
          <ac:chgData name="ASHUTOSH KAR" userId="62d58b8dd1f5f27d" providerId="LiveId" clId="{02F0863D-18FC-4DAC-AB78-C7F77E1AD674}" dt="2026-01-26T14:12:58.052" v="168" actId="478"/>
          <ac:picMkLst>
            <pc:docMk/>
            <pc:sldMk cId="1201111040" sldId="295"/>
            <ac:picMk id="7" creationId="{6EC96AA2-CC6F-FF0B-AA34-8109ED2438EF}"/>
          </ac:picMkLst>
        </pc:picChg>
      </pc:sldChg>
      <pc:sldChg chg="addSp delSp modSp mod">
        <pc:chgData name="ASHUTOSH KAR" userId="62d58b8dd1f5f27d" providerId="LiveId" clId="{02F0863D-18FC-4DAC-AB78-C7F77E1AD674}" dt="2026-01-26T14:21:52.809" v="226" actId="2711"/>
        <pc:sldMkLst>
          <pc:docMk/>
          <pc:sldMk cId="262932512" sldId="296"/>
        </pc:sldMkLst>
        <pc:spChg chg="mod">
          <ac:chgData name="ASHUTOSH KAR" userId="62d58b8dd1f5f27d" providerId="LiveId" clId="{02F0863D-18FC-4DAC-AB78-C7F77E1AD674}" dt="2026-01-26T14:21:52.809" v="226" actId="2711"/>
          <ac:spMkLst>
            <pc:docMk/>
            <pc:sldMk cId="262932512" sldId="296"/>
            <ac:spMk id="3" creationId="{0F91E8F7-3EB2-D9EC-4B85-4E71BBAA316D}"/>
          </ac:spMkLst>
        </pc:spChg>
        <pc:spChg chg="mod">
          <ac:chgData name="ASHUTOSH KAR" userId="62d58b8dd1f5f27d" providerId="LiveId" clId="{02F0863D-18FC-4DAC-AB78-C7F77E1AD674}" dt="2026-01-26T14:17:26.351" v="206" actId="1076"/>
          <ac:spMkLst>
            <pc:docMk/>
            <pc:sldMk cId="262932512" sldId="296"/>
            <ac:spMk id="11" creationId="{48C50E67-8D57-F496-D6A2-E8941C027DD7}"/>
          </ac:spMkLst>
        </pc:spChg>
        <pc:picChg chg="add mod">
          <ac:chgData name="ASHUTOSH KAR" userId="62d58b8dd1f5f27d" providerId="LiveId" clId="{02F0863D-18FC-4DAC-AB78-C7F77E1AD674}" dt="2026-01-26T14:17:02.331" v="202" actId="108"/>
          <ac:picMkLst>
            <pc:docMk/>
            <pc:sldMk cId="262932512" sldId="296"/>
            <ac:picMk id="4" creationId="{25055550-520D-A13D-ED99-AC79BA17512F}"/>
          </ac:picMkLst>
        </pc:picChg>
        <pc:picChg chg="add del">
          <ac:chgData name="ASHUTOSH KAR" userId="62d58b8dd1f5f27d" providerId="LiveId" clId="{02F0863D-18FC-4DAC-AB78-C7F77E1AD674}" dt="2026-01-26T14:16:35.640" v="195" actId="478"/>
          <ac:picMkLst>
            <pc:docMk/>
            <pc:sldMk cId="262932512" sldId="296"/>
            <ac:picMk id="13" creationId="{CB15A39F-68B5-881C-5E96-737E1AADB6A5}"/>
          </ac:picMkLst>
        </pc:picChg>
      </pc:sldChg>
      <pc:sldChg chg="addSp delSp modSp mod">
        <pc:chgData name="ASHUTOSH KAR" userId="62d58b8dd1f5f27d" providerId="LiveId" clId="{02F0863D-18FC-4DAC-AB78-C7F77E1AD674}" dt="2026-01-26T14:21:40.304" v="225" actId="255"/>
        <pc:sldMkLst>
          <pc:docMk/>
          <pc:sldMk cId="1246112350" sldId="297"/>
        </pc:sldMkLst>
        <pc:spChg chg="mod">
          <ac:chgData name="ASHUTOSH KAR" userId="62d58b8dd1f5f27d" providerId="LiveId" clId="{02F0863D-18FC-4DAC-AB78-C7F77E1AD674}" dt="2026-01-26T14:21:40.304" v="225" actId="255"/>
          <ac:spMkLst>
            <pc:docMk/>
            <pc:sldMk cId="1246112350" sldId="297"/>
            <ac:spMk id="4" creationId="{5EF62D63-BFA8-EC60-170A-47B5A3F25315}"/>
          </ac:spMkLst>
        </pc:spChg>
        <pc:spChg chg="mod">
          <ac:chgData name="ASHUTOSH KAR" userId="62d58b8dd1f5f27d" providerId="LiveId" clId="{02F0863D-18FC-4DAC-AB78-C7F77E1AD674}" dt="2026-01-26T14:17:39.199" v="207" actId="2711"/>
          <ac:spMkLst>
            <pc:docMk/>
            <pc:sldMk cId="1246112350" sldId="297"/>
            <ac:spMk id="11" creationId="{CC268B89-C99C-16F2-08BD-2E2B14C3D950}"/>
          </ac:spMkLst>
        </pc:spChg>
        <pc:picChg chg="add mod">
          <ac:chgData name="ASHUTOSH KAR" userId="62d58b8dd1f5f27d" providerId="LiveId" clId="{02F0863D-18FC-4DAC-AB78-C7F77E1AD674}" dt="2026-01-26T14:19:14.283" v="215" actId="1076"/>
          <ac:picMkLst>
            <pc:docMk/>
            <pc:sldMk cId="1246112350" sldId="297"/>
            <ac:picMk id="3" creationId="{CCE8667D-931E-2959-81FE-2D16C498F7B1}"/>
          </ac:picMkLst>
        </pc:picChg>
        <pc:picChg chg="del">
          <ac:chgData name="ASHUTOSH KAR" userId="62d58b8dd1f5f27d" providerId="LiveId" clId="{02F0863D-18FC-4DAC-AB78-C7F77E1AD674}" dt="2026-01-26T14:18:37.768" v="208" actId="478"/>
          <ac:picMkLst>
            <pc:docMk/>
            <pc:sldMk cId="1246112350" sldId="297"/>
            <ac:picMk id="10" creationId="{A7204773-B4CD-D13E-B9DE-559B3D4AE0B3}"/>
          </ac:picMkLst>
        </pc:picChg>
      </pc:sldChg>
      <pc:sldChg chg="modSp mod">
        <pc:chgData name="ASHUTOSH KAR" userId="62d58b8dd1f5f27d" providerId="LiveId" clId="{02F0863D-18FC-4DAC-AB78-C7F77E1AD674}" dt="2026-01-26T14:23:05.696" v="235" actId="1036"/>
        <pc:sldMkLst>
          <pc:docMk/>
          <pc:sldMk cId="1518276552" sldId="298"/>
        </pc:sldMkLst>
        <pc:spChg chg="mod">
          <ac:chgData name="ASHUTOSH KAR" userId="62d58b8dd1f5f27d" providerId="LiveId" clId="{02F0863D-18FC-4DAC-AB78-C7F77E1AD674}" dt="2026-01-26T14:21:25.620" v="223" actId="2711"/>
          <ac:spMkLst>
            <pc:docMk/>
            <pc:sldMk cId="1518276552" sldId="298"/>
            <ac:spMk id="3" creationId="{5F3BAC4A-175E-5FCD-D837-1D0621E4AA50}"/>
          </ac:spMkLst>
        </pc:spChg>
        <pc:spChg chg="mod">
          <ac:chgData name="ASHUTOSH KAR" userId="62d58b8dd1f5f27d" providerId="LiveId" clId="{02F0863D-18FC-4DAC-AB78-C7F77E1AD674}" dt="2026-01-26T14:20:34.961" v="218" actId="2711"/>
          <ac:spMkLst>
            <pc:docMk/>
            <pc:sldMk cId="1518276552" sldId="298"/>
            <ac:spMk id="11" creationId="{7CD54A8C-546B-8D4F-3EC2-14E024811728}"/>
          </ac:spMkLst>
        </pc:spChg>
        <pc:picChg chg="mod">
          <ac:chgData name="ASHUTOSH KAR" userId="62d58b8dd1f5f27d" providerId="LiveId" clId="{02F0863D-18FC-4DAC-AB78-C7F77E1AD674}" dt="2026-01-26T14:23:05.696" v="235" actId="1036"/>
          <ac:picMkLst>
            <pc:docMk/>
            <pc:sldMk cId="1518276552" sldId="298"/>
            <ac:picMk id="10" creationId="{B266E8CE-EDDE-7830-390A-6797048BB9F6}"/>
          </ac:picMkLst>
        </pc:picChg>
      </pc:sldChg>
      <pc:sldChg chg="modSp mod">
        <pc:chgData name="ASHUTOSH KAR" userId="62d58b8dd1f5f27d" providerId="LiveId" clId="{02F0863D-18FC-4DAC-AB78-C7F77E1AD674}" dt="2026-01-26T14:27:55.890" v="272" actId="2711"/>
        <pc:sldMkLst>
          <pc:docMk/>
          <pc:sldMk cId="4223470745" sldId="300"/>
        </pc:sldMkLst>
        <pc:spChg chg="mod">
          <ac:chgData name="ASHUTOSH KAR" userId="62d58b8dd1f5f27d" providerId="LiveId" clId="{02F0863D-18FC-4DAC-AB78-C7F77E1AD674}" dt="2026-01-26T14:27:29.814" v="267" actId="1076"/>
          <ac:spMkLst>
            <pc:docMk/>
            <pc:sldMk cId="4223470745" sldId="300"/>
            <ac:spMk id="2" creationId="{7184C416-3052-86C8-3645-BEE18E7D86B3}"/>
          </ac:spMkLst>
        </pc:spChg>
        <pc:spChg chg="mod">
          <ac:chgData name="ASHUTOSH KAR" userId="62d58b8dd1f5f27d" providerId="LiveId" clId="{02F0863D-18FC-4DAC-AB78-C7F77E1AD674}" dt="2026-01-26T14:27:55.890" v="272" actId="2711"/>
          <ac:spMkLst>
            <pc:docMk/>
            <pc:sldMk cId="4223470745" sldId="300"/>
            <ac:spMk id="4" creationId="{615A897E-11E6-0CF4-20F2-7A623FCA4940}"/>
          </ac:spMkLst>
        </pc:spChg>
      </pc:sldChg>
      <pc:sldChg chg="modSp mod">
        <pc:chgData name="ASHUTOSH KAR" userId="62d58b8dd1f5f27d" providerId="LiveId" clId="{02F0863D-18FC-4DAC-AB78-C7F77E1AD674}" dt="2026-01-26T13:55:03.614" v="110" actId="1076"/>
        <pc:sldMkLst>
          <pc:docMk/>
          <pc:sldMk cId="1785182169" sldId="301"/>
        </pc:sldMkLst>
        <pc:spChg chg="mod">
          <ac:chgData name="ASHUTOSH KAR" userId="62d58b8dd1f5f27d" providerId="LiveId" clId="{02F0863D-18FC-4DAC-AB78-C7F77E1AD674}" dt="2026-01-26T13:55:03.614" v="110" actId="1076"/>
          <ac:spMkLst>
            <pc:docMk/>
            <pc:sldMk cId="1785182169" sldId="301"/>
            <ac:spMk id="4" creationId="{BCF6AC8E-CC58-D9A6-FA30-CBA29FF47B31}"/>
          </ac:spMkLst>
        </pc:spChg>
        <pc:spChg chg="mod">
          <ac:chgData name="ASHUTOSH KAR" userId="62d58b8dd1f5f27d" providerId="LiveId" clId="{02F0863D-18FC-4DAC-AB78-C7F77E1AD674}" dt="2026-01-26T13:54:31.322" v="106" actId="2711"/>
          <ac:spMkLst>
            <pc:docMk/>
            <pc:sldMk cId="1785182169" sldId="301"/>
            <ac:spMk id="5" creationId="{C9EEEA81-1A43-6788-3029-8FBC771075EC}"/>
          </ac:spMkLst>
        </pc:spChg>
      </pc:sldChg>
      <pc:sldChg chg="modSp mod">
        <pc:chgData name="ASHUTOSH KAR" userId="62d58b8dd1f5f27d" providerId="LiveId" clId="{02F0863D-18FC-4DAC-AB78-C7F77E1AD674}" dt="2026-01-26T13:55:37.590" v="115" actId="14100"/>
        <pc:sldMkLst>
          <pc:docMk/>
          <pc:sldMk cId="64544987" sldId="302"/>
        </pc:sldMkLst>
        <pc:spChg chg="mod">
          <ac:chgData name="ASHUTOSH KAR" userId="62d58b8dd1f5f27d" providerId="LiveId" clId="{02F0863D-18FC-4DAC-AB78-C7F77E1AD674}" dt="2026-01-26T13:55:21.322" v="112" actId="14100"/>
          <ac:spMkLst>
            <pc:docMk/>
            <pc:sldMk cId="64544987" sldId="302"/>
            <ac:spMk id="4" creationId="{A0BD8B74-5B10-CE2C-B91B-F9617AA38046}"/>
          </ac:spMkLst>
        </pc:spChg>
        <pc:spChg chg="mod">
          <ac:chgData name="ASHUTOSH KAR" userId="62d58b8dd1f5f27d" providerId="LiveId" clId="{02F0863D-18FC-4DAC-AB78-C7F77E1AD674}" dt="2026-01-26T13:55:37.590" v="115" actId="14100"/>
          <ac:spMkLst>
            <pc:docMk/>
            <pc:sldMk cId="64544987" sldId="302"/>
            <ac:spMk id="5" creationId="{CA019EA5-6EE4-0556-A2A8-A760F42F2EB6}"/>
          </ac:spMkLst>
        </pc:spChg>
        <pc:picChg chg="mod">
          <ac:chgData name="ASHUTOSH KAR" userId="62d58b8dd1f5f27d" providerId="LiveId" clId="{02F0863D-18FC-4DAC-AB78-C7F77E1AD674}" dt="2026-01-26T13:55:32.872" v="114" actId="1076"/>
          <ac:picMkLst>
            <pc:docMk/>
            <pc:sldMk cId="64544987" sldId="302"/>
            <ac:picMk id="3" creationId="{22E519A3-CBE5-785D-5DEE-F55C447E7CE2}"/>
          </ac:picMkLst>
        </pc:picChg>
      </pc:sldChg>
      <pc:sldChg chg="addSp delSp modSp mod">
        <pc:chgData name="ASHUTOSH KAR" userId="62d58b8dd1f5f27d" providerId="LiveId" clId="{02F0863D-18FC-4DAC-AB78-C7F77E1AD674}" dt="2026-01-26T14:22:35.366" v="233" actId="255"/>
        <pc:sldMkLst>
          <pc:docMk/>
          <pc:sldMk cId="3102989273" sldId="303"/>
        </pc:sldMkLst>
        <pc:spChg chg="mod">
          <ac:chgData name="ASHUTOSH KAR" userId="62d58b8dd1f5f27d" providerId="LiveId" clId="{02F0863D-18FC-4DAC-AB78-C7F77E1AD674}" dt="2026-01-26T14:22:35.366" v="233" actId="255"/>
          <ac:spMkLst>
            <pc:docMk/>
            <pc:sldMk cId="3102989273" sldId="303"/>
            <ac:spMk id="4" creationId="{3F8DF226-2658-2EFD-86DF-6F6F993D0899}"/>
          </ac:spMkLst>
        </pc:spChg>
        <pc:spChg chg="mod">
          <ac:chgData name="ASHUTOSH KAR" userId="62d58b8dd1f5f27d" providerId="LiveId" clId="{02F0863D-18FC-4DAC-AB78-C7F77E1AD674}" dt="2026-01-26T14:05:05.151" v="161" actId="14100"/>
          <ac:spMkLst>
            <pc:docMk/>
            <pc:sldMk cId="3102989273" sldId="303"/>
            <ac:spMk id="16" creationId="{BD57A0BE-BF13-6F7A-3AE5-02036D9425E4}"/>
          </ac:spMkLst>
        </pc:spChg>
        <pc:picChg chg="del">
          <ac:chgData name="ASHUTOSH KAR" userId="62d58b8dd1f5f27d" providerId="LiveId" clId="{02F0863D-18FC-4DAC-AB78-C7F77E1AD674}" dt="2026-01-26T14:00:39.989" v="139" actId="478"/>
          <ac:picMkLst>
            <pc:docMk/>
            <pc:sldMk cId="3102989273" sldId="303"/>
            <ac:picMk id="3" creationId="{34679D1A-E605-5997-5DA3-BD8FA40018E3}"/>
          </ac:picMkLst>
        </pc:picChg>
        <pc:picChg chg="add del mod">
          <ac:chgData name="ASHUTOSH KAR" userId="62d58b8dd1f5f27d" providerId="LiveId" clId="{02F0863D-18FC-4DAC-AB78-C7F77E1AD674}" dt="2026-01-26T14:01:27.316" v="144" actId="478"/>
          <ac:picMkLst>
            <pc:docMk/>
            <pc:sldMk cId="3102989273" sldId="303"/>
            <ac:picMk id="5" creationId="{3F5446B7-DE61-4410-77F4-AEE0F61C5ED8}"/>
          </ac:picMkLst>
        </pc:picChg>
        <pc:picChg chg="add del mod">
          <ac:chgData name="ASHUTOSH KAR" userId="62d58b8dd1f5f27d" providerId="LiveId" clId="{02F0863D-18FC-4DAC-AB78-C7F77E1AD674}" dt="2026-01-26T14:03:31.611" v="151" actId="478"/>
          <ac:picMkLst>
            <pc:docMk/>
            <pc:sldMk cId="3102989273" sldId="303"/>
            <ac:picMk id="7" creationId="{DA5BF93A-176E-DB46-4148-E3444590DB4C}"/>
          </ac:picMkLst>
        </pc:picChg>
        <pc:picChg chg="add mod">
          <ac:chgData name="ASHUTOSH KAR" userId="62d58b8dd1f5f27d" providerId="LiveId" clId="{02F0863D-18FC-4DAC-AB78-C7F77E1AD674}" dt="2026-01-26T14:04:49.193" v="159" actId="14100"/>
          <ac:picMkLst>
            <pc:docMk/>
            <pc:sldMk cId="3102989273" sldId="303"/>
            <ac:picMk id="9" creationId="{5F9F231C-E95C-CF8A-0522-7436AA93BEB6}"/>
          </ac:picMkLst>
        </pc:picChg>
      </pc:sldChg>
      <pc:sldChg chg="addSp delSp modSp mod">
        <pc:chgData name="ASHUTOSH KAR" userId="62d58b8dd1f5f27d" providerId="LiveId" clId="{02F0863D-18FC-4DAC-AB78-C7F77E1AD674}" dt="2026-01-26T14:25:36.876" v="251" actId="255"/>
        <pc:sldMkLst>
          <pc:docMk/>
          <pc:sldMk cId="4147185122" sldId="304"/>
        </pc:sldMkLst>
        <pc:spChg chg="mod">
          <ac:chgData name="ASHUTOSH KAR" userId="62d58b8dd1f5f27d" providerId="LiveId" clId="{02F0863D-18FC-4DAC-AB78-C7F77E1AD674}" dt="2026-01-26T14:25:36.876" v="251" actId="255"/>
          <ac:spMkLst>
            <pc:docMk/>
            <pc:sldMk cId="4147185122" sldId="304"/>
            <ac:spMk id="2" creationId="{24976E53-39F6-D58C-3808-1BFBE0471709}"/>
          </ac:spMkLst>
        </pc:spChg>
        <pc:picChg chg="del">
          <ac:chgData name="ASHUTOSH KAR" userId="62d58b8dd1f5f27d" providerId="LiveId" clId="{02F0863D-18FC-4DAC-AB78-C7F77E1AD674}" dt="2026-01-26T14:24:48.403" v="242" actId="478"/>
          <ac:picMkLst>
            <pc:docMk/>
            <pc:sldMk cId="4147185122" sldId="304"/>
            <ac:picMk id="4" creationId="{CDD37F70-D21A-9A1E-E807-859DD7954AAC}"/>
          </ac:picMkLst>
        </pc:picChg>
        <pc:picChg chg="add mod">
          <ac:chgData name="ASHUTOSH KAR" userId="62d58b8dd1f5f27d" providerId="LiveId" clId="{02F0863D-18FC-4DAC-AB78-C7F77E1AD674}" dt="2026-01-26T14:25:02.631" v="247" actId="1076"/>
          <ac:picMkLst>
            <pc:docMk/>
            <pc:sldMk cId="4147185122" sldId="304"/>
            <ac:picMk id="5" creationId="{787322A6-FF17-BA86-BFD2-5D205FD43424}"/>
          </ac:picMkLst>
        </pc:picChg>
      </pc:sldChg>
      <pc:sldChg chg="addSp delSp modSp mod">
        <pc:chgData name="ASHUTOSH KAR" userId="62d58b8dd1f5f27d" providerId="LiveId" clId="{02F0863D-18FC-4DAC-AB78-C7F77E1AD674}" dt="2026-01-26T14:26:51.182" v="261" actId="1076"/>
        <pc:sldMkLst>
          <pc:docMk/>
          <pc:sldMk cId="1578094914" sldId="305"/>
        </pc:sldMkLst>
        <pc:spChg chg="mod">
          <ac:chgData name="ASHUTOSH KAR" userId="62d58b8dd1f5f27d" providerId="LiveId" clId="{02F0863D-18FC-4DAC-AB78-C7F77E1AD674}" dt="2026-01-26T14:26:51.182" v="261" actId="1076"/>
          <ac:spMkLst>
            <pc:docMk/>
            <pc:sldMk cId="1578094914" sldId="305"/>
            <ac:spMk id="2" creationId="{D61572C6-3EBF-EE8C-9D16-A6B3C0F149CE}"/>
          </ac:spMkLst>
        </pc:spChg>
        <pc:picChg chg="add mod">
          <ac:chgData name="ASHUTOSH KAR" userId="62d58b8dd1f5f27d" providerId="LiveId" clId="{02F0863D-18FC-4DAC-AB78-C7F77E1AD674}" dt="2026-01-26T14:26:41.224" v="260" actId="1076"/>
          <ac:picMkLst>
            <pc:docMk/>
            <pc:sldMk cId="1578094914" sldId="305"/>
            <ac:picMk id="4" creationId="{A9F4FDEC-ED60-0F06-9B49-88CD9558B325}"/>
          </ac:picMkLst>
        </pc:picChg>
        <pc:picChg chg="add del">
          <ac:chgData name="ASHUTOSH KAR" userId="62d58b8dd1f5f27d" providerId="LiveId" clId="{02F0863D-18FC-4DAC-AB78-C7F77E1AD674}" dt="2026-01-26T14:26:08.835" v="257" actId="478"/>
          <ac:picMkLst>
            <pc:docMk/>
            <pc:sldMk cId="1578094914" sldId="305"/>
            <ac:picMk id="5" creationId="{2732DB43-6224-116A-6B90-BCAD547E7938}"/>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1/26/2026</a:t>
            </a:fld>
            <a:endParaRPr lang="en-US" dirty="0"/>
          </a:p>
        </p:txBody>
      </p:sp>
      <p:sp>
        <p:nvSpPr>
          <p:cNvPr id="4" name="Footer Placehold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1/26/2026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a:t>Click to edit Master subtitle style</a:t>
            </a:r>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a:t>Click to 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3670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1916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999597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12989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7" r:id="rId7"/>
    <p:sldLayoutId id="2147483674" r:id="rId8"/>
    <p:sldLayoutId id="2147483665" r:id="rId9"/>
    <p:sldLayoutId id="2147483673" r:id="rId10"/>
    <p:sldLayoutId id="2147483662" r:id="rId11"/>
    <p:sldLayoutId id="2147483663" r:id="rId12"/>
    <p:sldLayoutId id="2147483664" r:id="rId13"/>
    <p:sldLayoutId id="2147483675" r:id="rId14"/>
    <p:sldLayoutId id="2147483676" r:id="rId15"/>
    <p:sldLayoutId id="2147483672" r:id="rId16"/>
    <p:sldLayoutId id="2147483667" r:id="rId17"/>
    <p:sldLayoutId id="214748366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a:xfrm>
            <a:off x="2389331" y="1451335"/>
            <a:ext cx="9179859" cy="1927056"/>
          </a:xfrm>
        </p:spPr>
        <p:txBody>
          <a:bodyPr/>
          <a:lstStyle/>
          <a:p>
            <a:r>
              <a:rPr lang="en-US" dirty="0">
                <a:latin typeface="Century Gothic" panose="020B0502020202020204" pitchFamily="34" charset="0"/>
              </a:rPr>
              <a:t>Amazon </a:t>
            </a:r>
            <a:br>
              <a:rPr lang="en-US" dirty="0">
                <a:latin typeface="Century Gothic" panose="020B0502020202020204" pitchFamily="34" charset="0"/>
              </a:rPr>
            </a:br>
            <a:r>
              <a:rPr lang="en-US" dirty="0">
                <a:latin typeface="Century Gothic" panose="020B0502020202020204" pitchFamily="34" charset="0"/>
              </a:rPr>
              <a:t>Ecommerce Analysis</a:t>
            </a:r>
          </a:p>
        </p:txBody>
      </p:sp>
      <p:sp>
        <p:nvSpPr>
          <p:cNvPr id="3" name="Subtitle 2">
            <a:extLst>
              <a:ext uri="{FF2B5EF4-FFF2-40B4-BE49-F238E27FC236}">
                <a16:creationId xmlns:a16="http://schemas.microsoft.com/office/drawing/2014/main" id="{0D537F64-4C96-4AA8-BB21-E8053A3186DD}"/>
              </a:ext>
            </a:extLst>
          </p:cNvPr>
          <p:cNvSpPr>
            <a:spLocks noGrp="1"/>
          </p:cNvSpPr>
          <p:nvPr>
            <p:ph type="subTitle" idx="1"/>
          </p:nvPr>
        </p:nvSpPr>
        <p:spPr>
          <a:xfrm>
            <a:off x="2447782" y="3961451"/>
            <a:ext cx="9583795" cy="507135"/>
          </a:xfrm>
        </p:spPr>
        <p:txBody>
          <a:bodyPr>
            <a:normAutofit/>
          </a:bodyPr>
          <a:lstStyle/>
          <a:p>
            <a:r>
              <a:rPr lang="en-US" sz="2400" b="1" dirty="0">
                <a:latin typeface="Century Gothic" panose="020B0502020202020204" pitchFamily="34" charset="0"/>
              </a:rPr>
              <a:t>By:- Ashutosh Kar</a:t>
            </a:r>
          </a:p>
        </p:txBody>
      </p:sp>
      <p:sp>
        <p:nvSpPr>
          <p:cNvPr id="4" name="Title 1">
            <a:extLst>
              <a:ext uri="{FF2B5EF4-FFF2-40B4-BE49-F238E27FC236}">
                <a16:creationId xmlns:a16="http://schemas.microsoft.com/office/drawing/2014/main" id="{82DC74D5-E6BB-6507-71BD-9E65D5F86E98}"/>
              </a:ext>
            </a:extLst>
          </p:cNvPr>
          <p:cNvSpPr txBox="1">
            <a:spLocks/>
          </p:cNvSpPr>
          <p:nvPr/>
        </p:nvSpPr>
        <p:spPr>
          <a:xfrm>
            <a:off x="2411921" y="3223031"/>
            <a:ext cx="8043807" cy="58235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lang="en-GB" sz="6600" b="1" kern="1200" dirty="0">
                <a:solidFill>
                  <a:schemeClr val="accent2"/>
                </a:solidFill>
                <a:latin typeface="+mj-lt"/>
                <a:ea typeface="Tahoma" panose="020B0604030504040204" pitchFamily="34" charset="0"/>
                <a:cs typeface="Tahoma" panose="020B0604030504040204" pitchFamily="34" charset="0"/>
              </a:defRPr>
            </a:lvl1pPr>
          </a:lstStyle>
          <a:p>
            <a:r>
              <a:rPr lang="en-US" sz="1800" dirty="0">
                <a:latin typeface="Century Gothic" panose="020B0502020202020204" pitchFamily="34" charset="0"/>
              </a:rPr>
              <a:t>“Optimizing eCommerce Performance through Data-Driven Insights”</a:t>
            </a:r>
          </a:p>
        </p:txBody>
      </p:sp>
    </p:spTree>
    <p:extLst>
      <p:ext uri="{BB962C8B-B14F-4D97-AF65-F5344CB8AC3E}">
        <p14:creationId xmlns:p14="http://schemas.microsoft.com/office/powerpoint/2010/main" val="3946934594"/>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BD8413-C238-49D7-A4E1-E8FEF1811A0E}"/>
              </a:ext>
            </a:extLst>
          </p:cNvPr>
          <p:cNvSpPr>
            <a:spLocks noGrp="1"/>
          </p:cNvSpPr>
          <p:nvPr>
            <p:ph type="title"/>
          </p:nvPr>
        </p:nvSpPr>
        <p:spPr>
          <a:xfrm>
            <a:off x="1540315" y="1313329"/>
            <a:ext cx="7781544" cy="859055"/>
          </a:xfrm>
        </p:spPr>
        <p:txBody>
          <a:bodyPr>
            <a:normAutofit/>
          </a:bodyPr>
          <a:lstStyle/>
          <a:p>
            <a:r>
              <a:rPr lang="en-US" sz="3600" dirty="0">
                <a:latin typeface="Century Gothic" panose="020B0502020202020204" pitchFamily="34" charset="0"/>
              </a:rPr>
              <a:t>Agenda</a:t>
            </a:r>
          </a:p>
        </p:txBody>
      </p:sp>
      <p:sp>
        <p:nvSpPr>
          <p:cNvPr id="5" name="Text Placeholder 4">
            <a:extLst>
              <a:ext uri="{FF2B5EF4-FFF2-40B4-BE49-F238E27FC236}">
                <a16:creationId xmlns:a16="http://schemas.microsoft.com/office/drawing/2014/main" id="{0A95F4DE-39B7-4CE2-BC1E-8B8AE662A895}"/>
              </a:ext>
            </a:extLst>
          </p:cNvPr>
          <p:cNvSpPr>
            <a:spLocks noGrp="1"/>
          </p:cNvSpPr>
          <p:nvPr>
            <p:ph type="body" idx="1"/>
          </p:nvPr>
        </p:nvSpPr>
        <p:spPr>
          <a:xfrm>
            <a:off x="1613646" y="2537014"/>
            <a:ext cx="6855057" cy="2753958"/>
          </a:xfrm>
        </p:spPr>
        <p:txBody>
          <a:bodyPr>
            <a:noAutofit/>
          </a:bodyPr>
          <a:lstStyle/>
          <a:p>
            <a:pPr marL="285750" indent="-285750">
              <a:buFont typeface="Wingdings" panose="05000000000000000000" pitchFamily="2" charset="2"/>
              <a:buChar char="q"/>
            </a:pPr>
            <a:r>
              <a:rPr lang="en-US" sz="2000" dirty="0">
                <a:latin typeface="Century Gothic" panose="020B0502020202020204" pitchFamily="34" charset="0"/>
              </a:rPr>
              <a:t>Problem Statement</a:t>
            </a:r>
          </a:p>
          <a:p>
            <a:pPr marL="285750" indent="-285750">
              <a:buFont typeface="Wingdings" panose="05000000000000000000" pitchFamily="2" charset="2"/>
              <a:buChar char="q"/>
            </a:pPr>
            <a:endParaRPr lang="en-US" sz="2000" dirty="0">
              <a:latin typeface="Century Gothic" panose="020B0502020202020204" pitchFamily="34" charset="0"/>
            </a:endParaRPr>
          </a:p>
          <a:p>
            <a:pPr marL="285750" indent="-285750">
              <a:buFont typeface="Wingdings" panose="05000000000000000000" pitchFamily="2" charset="2"/>
              <a:buChar char="q"/>
            </a:pPr>
            <a:r>
              <a:rPr lang="en-US" sz="2000" dirty="0">
                <a:latin typeface="Century Gothic" panose="020B0502020202020204" pitchFamily="34" charset="0"/>
              </a:rPr>
              <a:t>Data Description</a:t>
            </a:r>
          </a:p>
          <a:p>
            <a:pPr marL="285750" indent="-285750">
              <a:buFont typeface="Wingdings" panose="05000000000000000000" pitchFamily="2" charset="2"/>
              <a:buChar char="q"/>
            </a:pPr>
            <a:endParaRPr lang="en-US" sz="2000" dirty="0">
              <a:latin typeface="Century Gothic" panose="020B0502020202020204" pitchFamily="34" charset="0"/>
            </a:endParaRPr>
          </a:p>
          <a:p>
            <a:pPr marL="285750" indent="-285750">
              <a:buFont typeface="Wingdings" panose="05000000000000000000" pitchFamily="2" charset="2"/>
              <a:buChar char="q"/>
            </a:pPr>
            <a:r>
              <a:rPr lang="en-US" sz="2000" dirty="0">
                <a:latin typeface="Century Gothic" panose="020B0502020202020204" pitchFamily="34" charset="0"/>
              </a:rPr>
              <a:t>Objective Key Metrics and Visualizations</a:t>
            </a:r>
          </a:p>
          <a:p>
            <a:pPr marL="285750" indent="-285750">
              <a:buFont typeface="Wingdings" panose="05000000000000000000" pitchFamily="2" charset="2"/>
              <a:buChar char="q"/>
            </a:pPr>
            <a:endParaRPr lang="en-US" sz="2000" dirty="0">
              <a:latin typeface="Century Gothic" panose="020B0502020202020204" pitchFamily="34" charset="0"/>
            </a:endParaRPr>
          </a:p>
          <a:p>
            <a:pPr marL="285750" indent="-285750">
              <a:buFont typeface="Wingdings" panose="05000000000000000000" pitchFamily="2" charset="2"/>
              <a:buChar char="q"/>
            </a:pPr>
            <a:r>
              <a:rPr lang="en-US" sz="2000" dirty="0">
                <a:latin typeface="Century Gothic" panose="020B0502020202020204" pitchFamily="34" charset="0"/>
              </a:rPr>
              <a:t>Insights and Recommendations</a:t>
            </a:r>
          </a:p>
        </p:txBody>
      </p:sp>
    </p:spTree>
    <p:extLst>
      <p:ext uri="{BB962C8B-B14F-4D97-AF65-F5344CB8AC3E}">
        <p14:creationId xmlns:p14="http://schemas.microsoft.com/office/powerpoint/2010/main" val="2902794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ouple of people standing next to a computer&#10;&#10;AI-generated content may be incorrect.">
            <a:extLst>
              <a:ext uri="{FF2B5EF4-FFF2-40B4-BE49-F238E27FC236}">
                <a16:creationId xmlns:a16="http://schemas.microsoft.com/office/drawing/2014/main" id="{2E0C4432-A5A9-18AE-3994-288F5E6454D6}"/>
              </a:ext>
            </a:extLst>
          </p:cNvPr>
          <p:cNvPicPr>
            <a:picLocks noChangeAspect="1"/>
          </p:cNvPicPr>
          <p:nvPr/>
        </p:nvPicPr>
        <p:blipFill>
          <a:blip r:embed="rId2">
            <a:extLst>
              <a:ext uri="{28A0092B-C50C-407E-A947-70E740481C1C}">
                <a14:useLocalDpi xmlns:a14="http://schemas.microsoft.com/office/drawing/2010/main" val="0"/>
              </a:ext>
            </a:extLst>
          </a:blip>
          <a:srcRect l="25847" r="19799"/>
          <a:stretch>
            <a:fillRect/>
          </a:stretch>
        </p:blipFill>
        <p:spPr>
          <a:xfrm>
            <a:off x="7772400" y="1749129"/>
            <a:ext cx="3984171" cy="3620730"/>
          </a:xfrm>
          <a:prstGeom prst="roundRect">
            <a:avLst>
              <a:gd name="adj" fmla="val 3698"/>
            </a:avLst>
          </a:prstGeom>
          <a:solidFill>
            <a:srgbClr val="FFFFFF">
              <a:shade val="85000"/>
            </a:srgbClr>
          </a:solidFill>
          <a:ln>
            <a:noFill/>
          </a:ln>
          <a:effectLst>
            <a:reflection blurRad="12700" stA="38000" endPos="28000" dist="5000" dir="5400000" sy="-100000" algn="bl" rotWithShape="0"/>
          </a:effectLst>
        </p:spPr>
      </p:pic>
      <p:sp>
        <p:nvSpPr>
          <p:cNvPr id="6" name="Title 5">
            <a:extLst>
              <a:ext uri="{FF2B5EF4-FFF2-40B4-BE49-F238E27FC236}">
                <a16:creationId xmlns:a16="http://schemas.microsoft.com/office/drawing/2014/main" id="{A4CD37D6-FE32-48E3-A3AD-F07BE6A19FA1}"/>
              </a:ext>
            </a:extLst>
          </p:cNvPr>
          <p:cNvSpPr>
            <a:spLocks noGrp="1"/>
          </p:cNvSpPr>
          <p:nvPr>
            <p:ph type="title"/>
          </p:nvPr>
        </p:nvSpPr>
        <p:spPr>
          <a:xfrm>
            <a:off x="533398" y="3200400"/>
            <a:ext cx="7239001" cy="2169459"/>
          </a:xfrm>
        </p:spPr>
        <p:txBody>
          <a:bodyPr>
            <a:normAutofit fontScale="90000"/>
          </a:bodyPr>
          <a:lstStyle/>
          <a:p>
            <a:r>
              <a:rPr lang="en-US" sz="4400" dirty="0">
                <a:latin typeface="Century Gothic" panose="020B0502020202020204" pitchFamily="34" charset="0"/>
              </a:rPr>
              <a:t>“More than 60% of Amazon's sales come from third-party sellers, not Amazon itself.”</a:t>
            </a:r>
            <a:br>
              <a:rPr lang="en-US" dirty="0">
                <a:latin typeface="Century Gothic" panose="020B0502020202020204" pitchFamily="34" charset="0"/>
              </a:rPr>
            </a:br>
            <a:endParaRPr lang="en-US" dirty="0">
              <a:latin typeface="Century Gothic" panose="020B0502020202020204" pitchFamily="34" charset="0"/>
            </a:endParaRPr>
          </a:p>
        </p:txBody>
      </p:sp>
    </p:spTree>
    <p:extLst>
      <p:ext uri="{BB962C8B-B14F-4D97-AF65-F5344CB8AC3E}">
        <p14:creationId xmlns:p14="http://schemas.microsoft.com/office/powerpoint/2010/main" val="914134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BFECC-1A6D-EEF1-CAD7-CB5FF3ED4CD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CF6AC8E-CC58-D9A6-FA30-CBA29FF47B31}"/>
              </a:ext>
            </a:extLst>
          </p:cNvPr>
          <p:cNvSpPr>
            <a:spLocks noGrp="1"/>
          </p:cNvSpPr>
          <p:nvPr>
            <p:ph type="title"/>
          </p:nvPr>
        </p:nvSpPr>
        <p:spPr>
          <a:xfrm>
            <a:off x="760567" y="1258900"/>
            <a:ext cx="10812379" cy="859055"/>
          </a:xfrm>
        </p:spPr>
        <p:txBody>
          <a:bodyPr>
            <a:normAutofit/>
          </a:bodyPr>
          <a:lstStyle/>
          <a:p>
            <a:r>
              <a:rPr lang="en-US" sz="3200" dirty="0"/>
              <a:t>ABOUT AMAZON E-COMMERCE</a:t>
            </a:r>
          </a:p>
        </p:txBody>
      </p:sp>
      <p:sp>
        <p:nvSpPr>
          <p:cNvPr id="5" name="Text Placeholder 4">
            <a:extLst>
              <a:ext uri="{FF2B5EF4-FFF2-40B4-BE49-F238E27FC236}">
                <a16:creationId xmlns:a16="http://schemas.microsoft.com/office/drawing/2014/main" id="{C9EEEA81-1A43-6788-3029-8FBC771075EC}"/>
              </a:ext>
            </a:extLst>
          </p:cNvPr>
          <p:cNvSpPr>
            <a:spLocks noGrp="1"/>
          </p:cNvSpPr>
          <p:nvPr>
            <p:ph type="body" idx="1"/>
          </p:nvPr>
        </p:nvSpPr>
        <p:spPr>
          <a:xfrm>
            <a:off x="570909" y="2790713"/>
            <a:ext cx="7851196" cy="3690298"/>
          </a:xfrm>
        </p:spPr>
        <p:txBody>
          <a:bodyPr>
            <a:normAutofit/>
          </a:bodyPr>
          <a:lstStyle/>
          <a:p>
            <a:pPr marL="285750" indent="-285750">
              <a:buFont typeface="Wingdings" panose="05000000000000000000" pitchFamily="2" charset="2"/>
              <a:buChar char="q"/>
            </a:pPr>
            <a:r>
              <a:rPr lang="en-US" sz="2000" spc="0" dirty="0">
                <a:latin typeface="Century Gothic" panose="020B0502020202020204" pitchFamily="34" charset="0"/>
              </a:rPr>
              <a:t> Amazon uses customer purchase data to decide where to open new warehouses.</a:t>
            </a:r>
          </a:p>
          <a:p>
            <a:pPr marL="285750" indent="-285750">
              <a:buFont typeface="Wingdings" panose="05000000000000000000" pitchFamily="2" charset="2"/>
              <a:buChar char="q"/>
            </a:pPr>
            <a:endParaRPr lang="en-US" sz="2000" spc="0" dirty="0">
              <a:latin typeface="Century Gothic" panose="020B0502020202020204" pitchFamily="34" charset="0"/>
            </a:endParaRPr>
          </a:p>
          <a:p>
            <a:pPr marL="285750" indent="-285750">
              <a:buFont typeface="Wingdings" panose="05000000000000000000" pitchFamily="2" charset="2"/>
              <a:buChar char="q"/>
            </a:pPr>
            <a:r>
              <a:rPr lang="en-US" sz="2000" spc="0" dirty="0">
                <a:latin typeface="Century Gothic" panose="020B0502020202020204" pitchFamily="34" charset="0"/>
              </a:rPr>
              <a:t> Amazon’s recommendation engine influences over 35% of total sales.</a:t>
            </a:r>
          </a:p>
          <a:p>
            <a:pPr marL="285750" indent="-285750">
              <a:buFont typeface="Wingdings" panose="05000000000000000000" pitchFamily="2" charset="2"/>
              <a:buChar char="q"/>
            </a:pPr>
            <a:endParaRPr lang="en-US" sz="2000" spc="0" dirty="0">
              <a:latin typeface="Century Gothic" panose="020B0502020202020204" pitchFamily="34" charset="0"/>
            </a:endParaRPr>
          </a:p>
          <a:p>
            <a:pPr marL="285750" indent="-285750">
              <a:buFont typeface="Wingdings" panose="05000000000000000000" pitchFamily="2" charset="2"/>
              <a:buChar char="q"/>
            </a:pPr>
            <a:r>
              <a:rPr lang="en-US" sz="2000" spc="0" dirty="0">
                <a:latin typeface="Century Gothic" panose="020B0502020202020204" pitchFamily="34" charset="0"/>
              </a:rPr>
              <a:t> In India, Amazon promoted “Cash on Delivery” to match local shopping habits</a:t>
            </a:r>
          </a:p>
        </p:txBody>
      </p:sp>
    </p:spTree>
    <p:extLst>
      <p:ext uri="{BB962C8B-B14F-4D97-AF65-F5344CB8AC3E}">
        <p14:creationId xmlns:p14="http://schemas.microsoft.com/office/powerpoint/2010/main" val="1785182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179B88-D43C-4A31-9A52-3498E9430782}"/>
              </a:ext>
            </a:extLst>
          </p:cNvPr>
          <p:cNvSpPr>
            <a:spLocks noGrp="1"/>
          </p:cNvSpPr>
          <p:nvPr>
            <p:ph type="title"/>
          </p:nvPr>
        </p:nvSpPr>
        <p:spPr>
          <a:xfrm>
            <a:off x="345133" y="38740"/>
            <a:ext cx="7781544" cy="859055"/>
          </a:xfrm>
        </p:spPr>
        <p:txBody>
          <a:bodyPr>
            <a:normAutofit/>
          </a:bodyPr>
          <a:lstStyle/>
          <a:p>
            <a:r>
              <a:rPr lang="en-IN" sz="3000" dirty="0">
                <a:latin typeface="Century Gothic" panose="020B0502020202020204" pitchFamily="34" charset="0"/>
              </a:rPr>
              <a:t>Problem Statement</a:t>
            </a:r>
            <a:endParaRPr lang="en-US" sz="3000" dirty="0">
              <a:latin typeface="Century Gothic" panose="020B0502020202020204" pitchFamily="34" charset="0"/>
            </a:endParaRPr>
          </a:p>
        </p:txBody>
      </p:sp>
      <p:sp>
        <p:nvSpPr>
          <p:cNvPr id="5" name="Text Placeholder 4">
            <a:extLst>
              <a:ext uri="{FF2B5EF4-FFF2-40B4-BE49-F238E27FC236}">
                <a16:creationId xmlns:a16="http://schemas.microsoft.com/office/drawing/2014/main" id="{DCDDBE65-9AB1-4989-AF86-726591A6A128}"/>
              </a:ext>
            </a:extLst>
          </p:cNvPr>
          <p:cNvSpPr>
            <a:spLocks noGrp="1"/>
          </p:cNvSpPr>
          <p:nvPr>
            <p:ph type="body" idx="1"/>
          </p:nvPr>
        </p:nvSpPr>
        <p:spPr>
          <a:xfrm>
            <a:off x="345133" y="781595"/>
            <a:ext cx="10290210" cy="1964164"/>
          </a:xfrm>
        </p:spPr>
        <p:txBody>
          <a:bodyPr>
            <a:noAutofit/>
          </a:bodyPr>
          <a:lstStyle/>
          <a:p>
            <a:pPr algn="just">
              <a:lnSpc>
                <a:spcPct val="120000"/>
              </a:lnSpc>
            </a:pPr>
            <a:r>
              <a:rPr lang="en-US" sz="2000" spc="0" dirty="0">
                <a:latin typeface="Century Gothic" panose="020B0502020202020204" pitchFamily="34" charset="0"/>
              </a:rPr>
              <a:t>You are working as a business analyst at Amazon, a company currently performing well. The stakeholders wish to maintain this level of performance and seek improvement. For this purpose, they want to devise new strategies. You are part of a team exploring new ways to benefit customers, such as offering more discounts and Prime membership perks. Could you suggest additional methods to identify and reward customers and enhance their shopping experience?</a:t>
            </a:r>
          </a:p>
        </p:txBody>
      </p:sp>
      <p:pic>
        <p:nvPicPr>
          <p:cNvPr id="7" name="Picture 6">
            <a:extLst>
              <a:ext uri="{FF2B5EF4-FFF2-40B4-BE49-F238E27FC236}">
                <a16:creationId xmlns:a16="http://schemas.microsoft.com/office/drawing/2014/main" id="{CBDB48B2-02F5-1040-55FE-D975F16721E2}"/>
              </a:ext>
            </a:extLst>
          </p:cNvPr>
          <p:cNvPicPr>
            <a:picLocks noChangeAspect="1"/>
          </p:cNvPicPr>
          <p:nvPr/>
        </p:nvPicPr>
        <p:blipFill>
          <a:blip r:embed="rId2"/>
          <a:stretch>
            <a:fillRect/>
          </a:stretch>
        </p:blipFill>
        <p:spPr>
          <a:xfrm>
            <a:off x="478971" y="3124200"/>
            <a:ext cx="9749589" cy="3326472"/>
          </a:xfrm>
          <a:prstGeom prst="rect">
            <a:avLst/>
          </a:prstGeom>
        </p:spPr>
      </p:pic>
    </p:spTree>
    <p:extLst>
      <p:ext uri="{BB962C8B-B14F-4D97-AF65-F5344CB8AC3E}">
        <p14:creationId xmlns:p14="http://schemas.microsoft.com/office/powerpoint/2010/main" val="709828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444500" y="566844"/>
            <a:ext cx="4687337" cy="507831"/>
          </a:xfrm>
        </p:spPr>
        <p:txBody>
          <a:bodyPr/>
          <a:lstStyle/>
          <a:p>
            <a:r>
              <a:rPr lang="en-IN" sz="3000" dirty="0">
                <a:latin typeface="Century Gothic" panose="020B0502020202020204" pitchFamily="34" charset="0"/>
              </a:rPr>
              <a:t>Data Overview</a:t>
            </a:r>
            <a:endParaRPr lang="en-US" sz="3000" dirty="0">
              <a:latin typeface="Century Gothic" panose="020B0502020202020204" pitchFamily="34" charset="0"/>
            </a:endParaRPr>
          </a:p>
        </p:txBody>
      </p:sp>
      <p:sp>
        <p:nvSpPr>
          <p:cNvPr id="6" name="Text Placeholder 9">
            <a:extLst>
              <a:ext uri="{FF2B5EF4-FFF2-40B4-BE49-F238E27FC236}">
                <a16:creationId xmlns:a16="http://schemas.microsoft.com/office/drawing/2014/main" id="{714D2790-07DA-1225-D6C8-D1256CD7C4EC}"/>
              </a:ext>
            </a:extLst>
          </p:cNvPr>
          <p:cNvSpPr txBox="1">
            <a:spLocks/>
          </p:cNvSpPr>
          <p:nvPr/>
        </p:nvSpPr>
        <p:spPr>
          <a:xfrm>
            <a:off x="444500" y="1354871"/>
            <a:ext cx="10849947" cy="4809814"/>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6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4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2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latin typeface="Century Gothic" panose="020B0502020202020204" pitchFamily="34" charset="0"/>
              </a:rPr>
              <a:t>🛒 Total Sales: 603K units sold across various product categories.</a:t>
            </a:r>
          </a:p>
          <a:p>
            <a:pPr marL="0" indent="0">
              <a:buNone/>
            </a:pPr>
            <a:endParaRPr lang="en-US" sz="2000" dirty="0">
              <a:latin typeface="Century Gothic" panose="020B0502020202020204" pitchFamily="34" charset="0"/>
            </a:endParaRPr>
          </a:p>
          <a:p>
            <a:pPr marL="0" indent="0">
              <a:buNone/>
            </a:pPr>
            <a:r>
              <a:rPr lang="en-US" sz="2000" dirty="0">
                <a:latin typeface="Century Gothic" panose="020B0502020202020204" pitchFamily="34" charset="0"/>
              </a:rPr>
              <a:t>💰 Total Revenue: ₹107.24M generated till date, showing strong market engagement.</a:t>
            </a:r>
          </a:p>
          <a:p>
            <a:pPr marL="0" indent="0">
              <a:buNone/>
            </a:pPr>
            <a:endParaRPr lang="en-US" sz="2000" dirty="0">
              <a:latin typeface="Century Gothic" panose="020B0502020202020204" pitchFamily="34" charset="0"/>
            </a:endParaRPr>
          </a:p>
          <a:p>
            <a:pPr marL="0" indent="0">
              <a:buNone/>
            </a:pPr>
            <a:r>
              <a:rPr lang="en-US" sz="2000" dirty="0">
                <a:latin typeface="Century Gothic" panose="020B0502020202020204" pitchFamily="34" charset="0"/>
              </a:rPr>
              <a:t>⭐ Average Customer Rating: 2.73 – indicating a need for improved customer satisfaction.</a:t>
            </a:r>
          </a:p>
          <a:p>
            <a:pPr marL="0" indent="0">
              <a:buNone/>
            </a:pPr>
            <a:endParaRPr lang="en-US" sz="2000" dirty="0">
              <a:latin typeface="Century Gothic" panose="020B0502020202020204" pitchFamily="34" charset="0"/>
            </a:endParaRPr>
          </a:p>
          <a:p>
            <a:pPr marL="0" indent="0">
              <a:buNone/>
            </a:pPr>
            <a:r>
              <a:rPr lang="en-US" sz="2000" dirty="0">
                <a:latin typeface="Century Gothic" panose="020B0502020202020204" pitchFamily="34" charset="0"/>
              </a:rPr>
              <a:t>🌍 Geographical Spread: Orders placed from diverse locations across India – major metros and tier-2 cities.</a:t>
            </a:r>
          </a:p>
          <a:p>
            <a:pPr marL="0" indent="0">
              <a:buNone/>
            </a:pPr>
            <a:endParaRPr lang="en-US" sz="2000" dirty="0">
              <a:latin typeface="Century Gothic" panose="020B0502020202020204" pitchFamily="34" charset="0"/>
            </a:endParaRPr>
          </a:p>
          <a:p>
            <a:pPr marL="0" indent="0">
              <a:buNone/>
            </a:pPr>
            <a:r>
              <a:rPr lang="en-US" sz="2000" dirty="0">
                <a:latin typeface="Century Gothic" panose="020B0502020202020204" pitchFamily="34" charset="0"/>
              </a:rPr>
              <a:t>🚚 Delivery Types: Includes standard delivery and “Shipped from Abroad,” influencing wait times and satisfaction levels.</a:t>
            </a:r>
          </a:p>
        </p:txBody>
      </p:sp>
    </p:spTree>
    <p:extLst>
      <p:ext uri="{BB962C8B-B14F-4D97-AF65-F5344CB8AC3E}">
        <p14:creationId xmlns:p14="http://schemas.microsoft.com/office/powerpoint/2010/main" val="3733486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a:xfrm>
            <a:off x="274164" y="847720"/>
            <a:ext cx="7569947" cy="507831"/>
          </a:xfrm>
        </p:spPr>
        <p:txBody>
          <a:bodyPr/>
          <a:lstStyle/>
          <a:p>
            <a:r>
              <a:rPr lang="en-US" sz="3000" dirty="0">
                <a:latin typeface="Century Gothic" panose="020B0502020202020204" pitchFamily="34" charset="0"/>
              </a:rPr>
              <a:t>DATA CLEANING STEPS UNDERTAKEN:</a:t>
            </a:r>
          </a:p>
        </p:txBody>
      </p:sp>
      <p:sp>
        <p:nvSpPr>
          <p:cNvPr id="5" name="Text Placeholder 7">
            <a:extLst>
              <a:ext uri="{FF2B5EF4-FFF2-40B4-BE49-F238E27FC236}">
                <a16:creationId xmlns:a16="http://schemas.microsoft.com/office/drawing/2014/main" id="{5E6F3641-9A7F-5305-0D44-6C40E38618C6}"/>
              </a:ext>
            </a:extLst>
          </p:cNvPr>
          <p:cNvSpPr txBox="1">
            <a:spLocks/>
          </p:cNvSpPr>
          <p:nvPr/>
        </p:nvSpPr>
        <p:spPr>
          <a:xfrm>
            <a:off x="334504" y="1754156"/>
            <a:ext cx="8240329" cy="430462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1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2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2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q"/>
            </a:pPr>
            <a:r>
              <a:rPr lang="en-US" sz="2000" i="1" dirty="0">
                <a:latin typeface="Century Gothic" panose="020B0502020202020204" pitchFamily="34" charset="0"/>
                <a:ea typeface="Arial" panose="020B0604020202020204" pitchFamily="34" charset="0"/>
              </a:rPr>
              <a:t> </a:t>
            </a:r>
            <a:r>
              <a:rPr lang="en-US" sz="2000" dirty="0">
                <a:latin typeface="Century Gothic" panose="020B0502020202020204" pitchFamily="34" charset="0"/>
                <a:ea typeface="Arial" panose="020B0604020202020204" pitchFamily="34" charset="0"/>
              </a:rPr>
              <a:t>Removed Duplicate Records: Checked for and eliminated duplicate rows to avoid redundancy in analysis.</a:t>
            </a:r>
          </a:p>
          <a:p>
            <a:pPr>
              <a:lnSpc>
                <a:spcPct val="100000"/>
              </a:lnSpc>
              <a:buFont typeface="Wingdings" panose="05000000000000000000" pitchFamily="2" charset="2"/>
              <a:buChar char="q"/>
            </a:pPr>
            <a:r>
              <a:rPr lang="en-US" sz="2000" dirty="0">
                <a:latin typeface="Century Gothic" panose="020B0502020202020204" pitchFamily="34" charset="0"/>
                <a:ea typeface="Arial" panose="020B0604020202020204" pitchFamily="34" charset="0"/>
              </a:rPr>
              <a:t>Handled Missing Values: Filled or removed rows with missing entries in key fields like Ratings, Revenue, and Delivery Type.</a:t>
            </a:r>
          </a:p>
          <a:p>
            <a:pPr>
              <a:lnSpc>
                <a:spcPct val="100000"/>
              </a:lnSpc>
              <a:buFont typeface="Wingdings" panose="05000000000000000000" pitchFamily="2" charset="2"/>
              <a:buChar char="q"/>
            </a:pPr>
            <a:r>
              <a:rPr lang="en-US" sz="2000" dirty="0">
                <a:latin typeface="Century Gothic" panose="020B0502020202020204" pitchFamily="34" charset="0"/>
                <a:ea typeface="Arial" panose="020B0604020202020204" pitchFamily="34" charset="0"/>
              </a:rPr>
              <a:t>Created Calendar Table: Added a separate calendar table for proper date-based analysis and time intelligence.</a:t>
            </a:r>
          </a:p>
          <a:p>
            <a:pPr>
              <a:lnSpc>
                <a:spcPct val="100000"/>
              </a:lnSpc>
              <a:buFont typeface="Wingdings" panose="05000000000000000000" pitchFamily="2" charset="2"/>
              <a:buChar char="q"/>
            </a:pPr>
            <a:r>
              <a:rPr lang="en-US" sz="2000" dirty="0">
                <a:latin typeface="Century Gothic" panose="020B0502020202020204" pitchFamily="34" charset="0"/>
                <a:ea typeface="Arial" panose="020B0604020202020204" pitchFamily="34" charset="0"/>
              </a:rPr>
              <a:t>Calculated New Columns: Created new columns like Total Revenue, Waiting Time, and Sales Category for advanced insights.</a:t>
            </a:r>
          </a:p>
          <a:p>
            <a:pPr>
              <a:lnSpc>
                <a:spcPct val="100000"/>
              </a:lnSpc>
              <a:buFont typeface="Wingdings" panose="05000000000000000000" pitchFamily="2" charset="2"/>
              <a:buChar char="q"/>
            </a:pPr>
            <a:r>
              <a:rPr lang="en-US" sz="2000" dirty="0">
                <a:latin typeface="Century Gothic" panose="020B0502020202020204" pitchFamily="34" charset="0"/>
                <a:ea typeface="Arial" panose="020B0604020202020204" pitchFamily="34" charset="0"/>
              </a:rPr>
              <a:t>Established Relationships: Linked tables like Orders, Customers, and Calendar using keys to ensure relational modeling in Power BI.</a:t>
            </a:r>
            <a:endParaRPr lang="en-US" sz="2000" dirty="0">
              <a:latin typeface="Century Gothic" panose="020B0502020202020204" pitchFamily="34" charset="0"/>
            </a:endParaRPr>
          </a:p>
        </p:txBody>
      </p:sp>
      <p:pic>
        <p:nvPicPr>
          <p:cNvPr id="12" name="Picture 11">
            <a:extLst>
              <a:ext uri="{FF2B5EF4-FFF2-40B4-BE49-F238E27FC236}">
                <a16:creationId xmlns:a16="http://schemas.microsoft.com/office/drawing/2014/main" id="{45AE15DC-0F0F-A4DE-ED22-727C551E5698}"/>
              </a:ext>
            </a:extLst>
          </p:cNvPr>
          <p:cNvPicPr>
            <a:picLocks noChangeAspect="1"/>
          </p:cNvPicPr>
          <p:nvPr/>
        </p:nvPicPr>
        <p:blipFill>
          <a:blip r:embed="rId2"/>
          <a:srcRect/>
          <a:stretch/>
        </p:blipFill>
        <p:spPr>
          <a:xfrm>
            <a:off x="8342654" y="2082664"/>
            <a:ext cx="3586102" cy="2991251"/>
          </a:xfrm>
          <a:prstGeom prst="rect">
            <a:avLst/>
          </a:prstGeom>
        </p:spPr>
      </p:pic>
    </p:spTree>
    <p:extLst>
      <p:ext uri="{BB962C8B-B14F-4D97-AF65-F5344CB8AC3E}">
        <p14:creationId xmlns:p14="http://schemas.microsoft.com/office/powerpoint/2010/main" val="360727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6AE4B-BB5A-41B7-21BD-77C6EB8CBED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0BD8B74-5B10-CE2C-B91B-F9617AA38046}"/>
              </a:ext>
            </a:extLst>
          </p:cNvPr>
          <p:cNvSpPr>
            <a:spLocks noGrp="1"/>
          </p:cNvSpPr>
          <p:nvPr>
            <p:ph type="title"/>
          </p:nvPr>
        </p:nvSpPr>
        <p:spPr>
          <a:xfrm>
            <a:off x="274164" y="847720"/>
            <a:ext cx="7764936" cy="923330"/>
          </a:xfrm>
        </p:spPr>
        <p:txBody>
          <a:bodyPr/>
          <a:lstStyle/>
          <a:p>
            <a:r>
              <a:rPr lang="en-US" sz="3000" dirty="0">
                <a:latin typeface="Century Gothic" panose="020B0502020202020204" pitchFamily="34" charset="0"/>
              </a:rPr>
              <a:t>WHY THIS DATA IS CRUCIAL FOR ANALYSIS ?</a:t>
            </a:r>
          </a:p>
        </p:txBody>
      </p:sp>
      <p:sp>
        <p:nvSpPr>
          <p:cNvPr id="5" name="Text Placeholder 7">
            <a:extLst>
              <a:ext uri="{FF2B5EF4-FFF2-40B4-BE49-F238E27FC236}">
                <a16:creationId xmlns:a16="http://schemas.microsoft.com/office/drawing/2014/main" id="{CA019EA5-6EE4-0556-A2A8-A760F42F2EB6}"/>
              </a:ext>
            </a:extLst>
          </p:cNvPr>
          <p:cNvSpPr txBox="1">
            <a:spLocks/>
          </p:cNvSpPr>
          <p:nvPr/>
        </p:nvSpPr>
        <p:spPr>
          <a:xfrm>
            <a:off x="334504" y="1754156"/>
            <a:ext cx="8123951" cy="430462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1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2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2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latin typeface="Century Gothic" panose="020B0502020202020204" pitchFamily="34" charset="0"/>
              </a:rPr>
              <a:t>📊 </a:t>
            </a:r>
            <a:r>
              <a:rPr lang="en-US" sz="2000" b="1" dirty="0">
                <a:latin typeface="Century Gothic" panose="020B0502020202020204" pitchFamily="34" charset="0"/>
              </a:rPr>
              <a:t>Tracks Overall Performance:</a:t>
            </a:r>
            <a:r>
              <a:rPr lang="en-US" sz="2000" dirty="0">
                <a:latin typeface="Century Gothic" panose="020B0502020202020204" pitchFamily="34" charset="0"/>
              </a:rPr>
              <a:t> Helps measure total sales, revenue, and customer satisfaction across product categories.</a:t>
            </a:r>
          </a:p>
          <a:p>
            <a:pPr marL="0" indent="0">
              <a:buNone/>
            </a:pPr>
            <a:endParaRPr lang="en-US" sz="2000" dirty="0">
              <a:latin typeface="Century Gothic" panose="020B0502020202020204" pitchFamily="34" charset="0"/>
            </a:endParaRPr>
          </a:p>
          <a:p>
            <a:r>
              <a:rPr lang="en-US" sz="2000" dirty="0">
                <a:latin typeface="Century Gothic" panose="020B0502020202020204" pitchFamily="34" charset="0"/>
              </a:rPr>
              <a:t>👥 </a:t>
            </a:r>
            <a:r>
              <a:rPr lang="en-US" sz="2000" b="1" dirty="0">
                <a:latin typeface="Century Gothic" panose="020B0502020202020204" pitchFamily="34" charset="0"/>
              </a:rPr>
              <a:t>Customer Insights:</a:t>
            </a:r>
            <a:r>
              <a:rPr lang="en-US" sz="2000" dirty="0">
                <a:latin typeface="Century Gothic" panose="020B0502020202020204" pitchFamily="34" charset="0"/>
              </a:rPr>
              <a:t> Reveals buying patterns, preferences, and behaviors across different genders, age groups, and locations.</a:t>
            </a:r>
          </a:p>
          <a:p>
            <a:endParaRPr lang="en-US" sz="2000" dirty="0">
              <a:latin typeface="Century Gothic" panose="020B0502020202020204" pitchFamily="34" charset="0"/>
            </a:endParaRPr>
          </a:p>
          <a:p>
            <a:r>
              <a:rPr lang="en-US" sz="2000" dirty="0">
                <a:latin typeface="Century Gothic" panose="020B0502020202020204" pitchFamily="34" charset="0"/>
              </a:rPr>
              <a:t>📦 </a:t>
            </a:r>
            <a:r>
              <a:rPr lang="en-US" sz="2000" b="1" dirty="0">
                <a:latin typeface="Century Gothic" panose="020B0502020202020204" pitchFamily="34" charset="0"/>
              </a:rPr>
              <a:t>Product Evaluation:</a:t>
            </a:r>
            <a:r>
              <a:rPr lang="en-US" sz="2000" dirty="0">
                <a:latin typeface="Century Gothic" panose="020B0502020202020204" pitchFamily="34" charset="0"/>
              </a:rPr>
              <a:t> Identifies high-performing and underperforming products to guide inventory and marketing decisions.</a:t>
            </a:r>
          </a:p>
          <a:p>
            <a:endParaRPr lang="en-US" sz="2000" dirty="0">
              <a:latin typeface="Century Gothic" panose="020B0502020202020204" pitchFamily="34" charset="0"/>
            </a:endParaRPr>
          </a:p>
          <a:p>
            <a:r>
              <a:rPr lang="en-US" sz="2000" dirty="0">
                <a:latin typeface="Century Gothic" panose="020B0502020202020204" pitchFamily="34" charset="0"/>
              </a:rPr>
              <a:t>🚚 </a:t>
            </a:r>
            <a:r>
              <a:rPr lang="en-US" sz="2000" b="1" dirty="0">
                <a:latin typeface="Century Gothic" panose="020B0502020202020204" pitchFamily="34" charset="0"/>
              </a:rPr>
              <a:t>Delivery &amp; Experience:</a:t>
            </a:r>
            <a:r>
              <a:rPr lang="en-US" sz="2000" dirty="0">
                <a:latin typeface="Century Gothic" panose="020B0502020202020204" pitchFamily="34" charset="0"/>
              </a:rPr>
              <a:t> Allows analysis of delivery types and waiting times to improve logistics and customer service.</a:t>
            </a:r>
          </a:p>
        </p:txBody>
      </p:sp>
      <p:pic>
        <p:nvPicPr>
          <p:cNvPr id="3" name="Picture 2" descr="A person typing on a computer&#10;&#10;AI-generated content may be incorrect.">
            <a:extLst>
              <a:ext uri="{FF2B5EF4-FFF2-40B4-BE49-F238E27FC236}">
                <a16:creationId xmlns:a16="http://schemas.microsoft.com/office/drawing/2014/main" id="{22E519A3-CBE5-785D-5DEE-F55C447E7C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58455" y="1954046"/>
            <a:ext cx="3638527" cy="285193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64544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65673FB-4FB0-F797-F372-F1B762241271}"/>
            </a:ext>
          </a:extLst>
        </p:cNvPr>
        <p:cNvGrpSpPr/>
        <p:nvPr/>
      </p:nvGrpSpPr>
      <p:grpSpPr>
        <a:xfrm>
          <a:off x="0" y="0"/>
          <a:ext cx="0" cy="0"/>
          <a:chOff x="0" y="0"/>
          <a:chExt cx="0" cy="0"/>
        </a:xfrm>
      </p:grpSpPr>
      <p:sp>
        <p:nvSpPr>
          <p:cNvPr id="3" name="Title 3">
            <a:extLst>
              <a:ext uri="{FF2B5EF4-FFF2-40B4-BE49-F238E27FC236}">
                <a16:creationId xmlns:a16="http://schemas.microsoft.com/office/drawing/2014/main" id="{706092E6-1D9E-C3A4-B37F-DED1BE579258}"/>
              </a:ext>
            </a:extLst>
          </p:cNvPr>
          <p:cNvSpPr txBox="1">
            <a:spLocks/>
          </p:cNvSpPr>
          <p:nvPr/>
        </p:nvSpPr>
        <p:spPr>
          <a:xfrm>
            <a:off x="211409" y="847720"/>
            <a:ext cx="7569947" cy="5078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mj-lt"/>
                <a:ea typeface="+mj-ea"/>
                <a:cs typeface="+mj-cs"/>
              </a:defRPr>
            </a:lvl1pPr>
          </a:lstStyle>
          <a:p>
            <a:r>
              <a:rPr lang="en-US" sz="3000" dirty="0">
                <a:latin typeface="Century Gothic" panose="020B0502020202020204" pitchFamily="34" charset="0"/>
              </a:rPr>
              <a:t>Metric 1: “YEAR WISE CUSTOMER COUNT”</a:t>
            </a:r>
          </a:p>
        </p:txBody>
      </p:sp>
      <p:sp>
        <p:nvSpPr>
          <p:cNvPr id="9" name="Text Placeholder 7">
            <a:extLst>
              <a:ext uri="{FF2B5EF4-FFF2-40B4-BE49-F238E27FC236}">
                <a16:creationId xmlns:a16="http://schemas.microsoft.com/office/drawing/2014/main" id="{FCB86549-DC62-7631-7677-81CD9434119E}"/>
              </a:ext>
            </a:extLst>
          </p:cNvPr>
          <p:cNvSpPr txBox="1">
            <a:spLocks/>
          </p:cNvSpPr>
          <p:nvPr/>
        </p:nvSpPr>
        <p:spPr>
          <a:xfrm>
            <a:off x="616317" y="4548220"/>
            <a:ext cx="10688498" cy="16795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1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2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2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u="sng" dirty="0">
                <a:solidFill>
                  <a:srgbClr val="FF0000"/>
                </a:solidFill>
                <a:latin typeface="Century Gothic" panose="020B0502020202020204" pitchFamily="34" charset="0"/>
              </a:rPr>
              <a:t>INSIGHTS:</a:t>
            </a:r>
            <a:endParaRPr lang="en-US" dirty="0">
              <a:latin typeface="Century Gothic" panose="020B0502020202020204" pitchFamily="34" charset="0"/>
            </a:endParaRPr>
          </a:p>
          <a:p>
            <a:pPr marL="342900" indent="-342900">
              <a:buFont typeface="Wingdings" panose="05000000000000000000" pitchFamily="2" charset="2"/>
              <a:buChar char="q"/>
            </a:pPr>
            <a:r>
              <a:rPr lang="en-US" dirty="0">
                <a:latin typeface="Century Gothic" panose="020B0502020202020204" pitchFamily="34" charset="0"/>
              </a:rPr>
              <a:t>👥 Customer count remained stable around </a:t>
            </a:r>
            <a:r>
              <a:rPr lang="en-US" b="1" dirty="0">
                <a:latin typeface="Century Gothic" panose="020B0502020202020204" pitchFamily="34" charset="0"/>
              </a:rPr>
              <a:t>17K–18K </a:t>
            </a:r>
            <a:r>
              <a:rPr lang="en-US" dirty="0">
                <a:latin typeface="Century Gothic" panose="020B0502020202020204" pitchFamily="34" charset="0"/>
              </a:rPr>
              <a:t>from 2015 to 2019.</a:t>
            </a:r>
          </a:p>
          <a:p>
            <a:pPr marL="342900" indent="-342900">
              <a:buFont typeface="Wingdings" panose="05000000000000000000" pitchFamily="2" charset="2"/>
              <a:buChar char="q"/>
            </a:pPr>
            <a:r>
              <a:rPr lang="en-US" dirty="0">
                <a:latin typeface="Century Gothic" panose="020B0502020202020204" pitchFamily="34" charset="0"/>
              </a:rPr>
              <a:t>📉 A slight dip in </a:t>
            </a:r>
            <a:r>
              <a:rPr lang="en-US" b="1" dirty="0">
                <a:latin typeface="Century Gothic" panose="020B0502020202020204" pitchFamily="34" charset="0"/>
              </a:rPr>
              <a:t>2018 (17K)</a:t>
            </a:r>
            <a:r>
              <a:rPr lang="en-US" dirty="0">
                <a:latin typeface="Century Gothic" panose="020B0502020202020204" pitchFamily="34" charset="0"/>
              </a:rPr>
              <a:t>, possibly due to service or product-related issues.</a:t>
            </a:r>
          </a:p>
          <a:p>
            <a:pPr marL="342900" indent="-342900">
              <a:buFont typeface="Wingdings" panose="05000000000000000000" pitchFamily="2" charset="2"/>
              <a:buChar char="q"/>
            </a:pPr>
            <a:r>
              <a:rPr lang="en-US" dirty="0">
                <a:latin typeface="Century Gothic" panose="020B0502020202020204" pitchFamily="34" charset="0"/>
              </a:rPr>
              <a:t>📈 Significant growth in </a:t>
            </a:r>
            <a:r>
              <a:rPr lang="en-US" b="1" dirty="0">
                <a:latin typeface="Century Gothic" panose="020B0502020202020204" pitchFamily="34" charset="0"/>
              </a:rPr>
              <a:t>2020 (25K), </a:t>
            </a:r>
            <a:r>
              <a:rPr lang="en-US" dirty="0">
                <a:latin typeface="Century Gothic" panose="020B0502020202020204" pitchFamily="34" charset="0"/>
              </a:rPr>
              <a:t>indicating a successful strategy or higher demand</a:t>
            </a:r>
          </a:p>
          <a:p>
            <a:endParaRPr lang="en-US" dirty="0">
              <a:latin typeface="Century Gothic" panose="020B0502020202020204" pitchFamily="34" charset="0"/>
            </a:endParaRPr>
          </a:p>
        </p:txBody>
      </p:sp>
      <p:pic>
        <p:nvPicPr>
          <p:cNvPr id="4" name="Picture 3">
            <a:extLst>
              <a:ext uri="{FF2B5EF4-FFF2-40B4-BE49-F238E27FC236}">
                <a16:creationId xmlns:a16="http://schemas.microsoft.com/office/drawing/2014/main" id="{430D57A8-BDE5-769E-F959-64F8F5ACCFD3}"/>
              </a:ext>
            </a:extLst>
          </p:cNvPr>
          <p:cNvPicPr>
            <a:picLocks noChangeAspect="1"/>
          </p:cNvPicPr>
          <p:nvPr/>
        </p:nvPicPr>
        <p:blipFill>
          <a:blip r:embed="rId2"/>
          <a:stretch>
            <a:fillRect/>
          </a:stretch>
        </p:blipFill>
        <p:spPr>
          <a:xfrm>
            <a:off x="616316" y="1402795"/>
            <a:ext cx="6362700" cy="309273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922722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B4B33-092B-BDC6-725F-8602B31CBCA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041D1C4-9523-3B95-1B0C-630A14EA9B27}"/>
              </a:ext>
            </a:extLst>
          </p:cNvPr>
          <p:cNvSpPr>
            <a:spLocks noGrp="1"/>
          </p:cNvSpPr>
          <p:nvPr>
            <p:ph type="title"/>
          </p:nvPr>
        </p:nvSpPr>
        <p:spPr>
          <a:xfrm>
            <a:off x="274164" y="302288"/>
            <a:ext cx="6848531" cy="923330"/>
          </a:xfrm>
        </p:spPr>
        <p:txBody>
          <a:bodyPr/>
          <a:lstStyle/>
          <a:p>
            <a:r>
              <a:rPr lang="en-US" sz="3000" dirty="0">
                <a:latin typeface="Century Gothic" panose="020B0502020202020204" pitchFamily="34" charset="0"/>
              </a:rPr>
              <a:t>Metric 2: “REVENUE BREAKDOWN BY YEAR AND BY PRODUCT”</a:t>
            </a:r>
          </a:p>
        </p:txBody>
      </p:sp>
      <p:pic>
        <p:nvPicPr>
          <p:cNvPr id="7" name="Picture 6">
            <a:extLst>
              <a:ext uri="{FF2B5EF4-FFF2-40B4-BE49-F238E27FC236}">
                <a16:creationId xmlns:a16="http://schemas.microsoft.com/office/drawing/2014/main" id="{B23A5691-D262-28AD-1B04-B8F5FC33973D}"/>
              </a:ext>
            </a:extLst>
          </p:cNvPr>
          <p:cNvPicPr>
            <a:picLocks noChangeAspect="1"/>
          </p:cNvPicPr>
          <p:nvPr/>
        </p:nvPicPr>
        <p:blipFill>
          <a:blip r:embed="rId2"/>
          <a:stretch>
            <a:fillRect/>
          </a:stretch>
        </p:blipFill>
        <p:spPr>
          <a:xfrm>
            <a:off x="919015" y="1485027"/>
            <a:ext cx="6392098" cy="3119630"/>
          </a:xfrm>
          <a:prstGeom prst="roundRect">
            <a:avLst>
              <a:gd name="adj" fmla="val 4620"/>
            </a:avLst>
          </a:prstGeom>
          <a:solidFill>
            <a:srgbClr val="FFFFFF">
              <a:shade val="85000"/>
            </a:srgbClr>
          </a:solidFill>
          <a:ln>
            <a:noFill/>
          </a:ln>
          <a:effectLst>
            <a:reflection blurRad="12700" stA="38000" endPos="28000" dist="5000" dir="5400000" sy="-100000" algn="bl" rotWithShape="0"/>
          </a:effectLst>
        </p:spPr>
      </p:pic>
      <p:sp>
        <p:nvSpPr>
          <p:cNvPr id="11" name="TextBox 10">
            <a:extLst>
              <a:ext uri="{FF2B5EF4-FFF2-40B4-BE49-F238E27FC236}">
                <a16:creationId xmlns:a16="http://schemas.microsoft.com/office/drawing/2014/main" id="{443CD6C2-E895-4F0B-2385-8EAB236FDB52}"/>
              </a:ext>
            </a:extLst>
          </p:cNvPr>
          <p:cNvSpPr txBox="1"/>
          <p:nvPr/>
        </p:nvSpPr>
        <p:spPr>
          <a:xfrm>
            <a:off x="919015" y="4681755"/>
            <a:ext cx="10913807" cy="1815882"/>
          </a:xfrm>
          <a:prstGeom prst="rect">
            <a:avLst/>
          </a:prstGeom>
          <a:noFill/>
        </p:spPr>
        <p:txBody>
          <a:bodyPr wrap="square" rtlCol="0">
            <a:spAutoFit/>
          </a:bodyPr>
          <a:lstStyle/>
          <a:p>
            <a:r>
              <a:rPr lang="en-US" sz="2000" b="1" u="sng" dirty="0">
                <a:solidFill>
                  <a:srgbClr val="FF0000"/>
                </a:solidFill>
                <a:latin typeface="Century Gothic" panose="020B0502020202020204" pitchFamily="34" charset="0"/>
              </a:rPr>
              <a:t>INSIGHTS:</a:t>
            </a:r>
          </a:p>
          <a:p>
            <a:endParaRPr lang="en-US" sz="2000" dirty="0">
              <a:latin typeface="Century Gothic" panose="020B0502020202020204" pitchFamily="34" charset="0"/>
            </a:endParaRPr>
          </a:p>
          <a:p>
            <a:pPr marL="342900" indent="-342900">
              <a:buFont typeface="Wingdings" panose="05000000000000000000" pitchFamily="2" charset="2"/>
              <a:buChar char="q"/>
            </a:pPr>
            <a:r>
              <a:rPr lang="en-US" sz="1800" dirty="0">
                <a:solidFill>
                  <a:schemeClr val="bg1"/>
                </a:solidFill>
                <a:latin typeface="Century Gothic" panose="020B0502020202020204" pitchFamily="34" charset="0"/>
              </a:rPr>
              <a:t>📊 </a:t>
            </a:r>
            <a:r>
              <a:rPr lang="en-US" sz="1800" b="1" dirty="0">
                <a:solidFill>
                  <a:schemeClr val="bg1"/>
                </a:solidFill>
                <a:latin typeface="Century Gothic" panose="020B0502020202020204" pitchFamily="34" charset="0"/>
              </a:rPr>
              <a:t>2020 had the highest total sales</a:t>
            </a:r>
            <a:r>
              <a:rPr lang="en-US" sz="1800" dirty="0">
                <a:solidFill>
                  <a:schemeClr val="bg1"/>
                </a:solidFill>
                <a:latin typeface="Century Gothic" panose="020B0502020202020204" pitchFamily="34" charset="0"/>
              </a:rPr>
              <a:t> (23.97M), indicating strong growth and market expansion.</a:t>
            </a:r>
          </a:p>
          <a:p>
            <a:pPr marL="342900" indent="-342900">
              <a:buFont typeface="Wingdings" panose="05000000000000000000" pitchFamily="2" charset="2"/>
              <a:buChar char="q"/>
            </a:pPr>
            <a:r>
              <a:rPr lang="en-US" sz="1800" dirty="0">
                <a:solidFill>
                  <a:schemeClr val="bg1"/>
                </a:solidFill>
                <a:latin typeface="Century Gothic" panose="020B0502020202020204" pitchFamily="34" charset="0"/>
              </a:rPr>
              <a:t>🛍️ </a:t>
            </a:r>
            <a:r>
              <a:rPr lang="en-US" sz="1800" b="1" dirty="0">
                <a:solidFill>
                  <a:schemeClr val="bg1"/>
                </a:solidFill>
                <a:latin typeface="Century Gothic" panose="020B0502020202020204" pitchFamily="34" charset="0"/>
              </a:rPr>
              <a:t>Consistent top sellers</a:t>
            </a:r>
            <a:r>
              <a:rPr lang="en-US" sz="1800" dirty="0">
                <a:solidFill>
                  <a:schemeClr val="bg1"/>
                </a:solidFill>
                <a:latin typeface="Century Gothic" panose="020B0502020202020204" pitchFamily="34" charset="0"/>
              </a:rPr>
              <a:t> include products like </a:t>
            </a:r>
            <a:r>
              <a:rPr lang="en-US" sz="1800" i="1" dirty="0">
                <a:solidFill>
                  <a:schemeClr val="bg1"/>
                </a:solidFill>
                <a:latin typeface="Century Gothic" panose="020B0502020202020204" pitchFamily="34" charset="0"/>
              </a:rPr>
              <a:t>Amazon Fire HD 8</a:t>
            </a:r>
            <a:r>
              <a:rPr lang="en-US" sz="1800" dirty="0">
                <a:solidFill>
                  <a:schemeClr val="bg1"/>
                </a:solidFill>
                <a:latin typeface="Century Gothic" panose="020B0502020202020204" pitchFamily="34" charset="0"/>
              </a:rPr>
              <a:t> and </a:t>
            </a:r>
            <a:r>
              <a:rPr lang="en-US" sz="1800" i="1" dirty="0">
                <a:solidFill>
                  <a:schemeClr val="bg1"/>
                </a:solidFill>
                <a:latin typeface="Century Gothic" panose="020B0502020202020204" pitchFamily="34" charset="0"/>
              </a:rPr>
              <a:t>Canon EOS Cameras</a:t>
            </a:r>
            <a:r>
              <a:rPr lang="en-US" sz="1800" dirty="0">
                <a:solidFill>
                  <a:schemeClr val="bg1"/>
                </a:solidFill>
                <a:latin typeface="Century Gothic" panose="020B0502020202020204" pitchFamily="34" charset="0"/>
              </a:rPr>
              <a:t>.</a:t>
            </a:r>
          </a:p>
          <a:p>
            <a:pPr marL="342900" indent="-342900">
              <a:buFont typeface="Wingdings" panose="05000000000000000000" pitchFamily="2" charset="2"/>
              <a:buChar char="q"/>
            </a:pPr>
            <a:r>
              <a:rPr lang="en-US" sz="1800" dirty="0">
                <a:solidFill>
                  <a:schemeClr val="bg1"/>
                </a:solidFill>
                <a:latin typeface="Century Gothic" panose="020B0502020202020204" pitchFamily="34" charset="0"/>
              </a:rPr>
              <a:t>📉 Several products showed </a:t>
            </a:r>
            <a:r>
              <a:rPr lang="en-US" sz="1800" b="1" dirty="0">
                <a:solidFill>
                  <a:schemeClr val="bg1"/>
                </a:solidFill>
                <a:latin typeface="Century Gothic" panose="020B0502020202020204" pitchFamily="34" charset="0"/>
              </a:rPr>
              <a:t>declining or flat sales trends</a:t>
            </a:r>
            <a:r>
              <a:rPr lang="en-US" sz="1800" dirty="0">
                <a:solidFill>
                  <a:schemeClr val="bg1"/>
                </a:solidFill>
                <a:latin typeface="Century Gothic" panose="020B0502020202020204" pitchFamily="34" charset="0"/>
              </a:rPr>
              <a:t> over the years, especially post-2017</a:t>
            </a:r>
            <a:r>
              <a:rPr lang="en-US" sz="1800" dirty="0">
                <a:latin typeface="Century Gothic" panose="020B0502020202020204" pitchFamily="34" charset="0"/>
              </a:rPr>
              <a:t>.</a:t>
            </a:r>
          </a:p>
          <a:p>
            <a:endParaRPr lang="en-US" dirty="0">
              <a:latin typeface="Century Gothic" panose="020B0502020202020204" pitchFamily="34" charset="0"/>
            </a:endParaRPr>
          </a:p>
        </p:txBody>
      </p:sp>
    </p:spTree>
    <p:extLst>
      <p:ext uri="{BB962C8B-B14F-4D97-AF65-F5344CB8AC3E}">
        <p14:creationId xmlns:p14="http://schemas.microsoft.com/office/powerpoint/2010/main" val="56365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251B5-A548-34D3-B1E2-660879AFFD2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F8DF226-2658-2EFD-86DF-6F6F993D0899}"/>
              </a:ext>
            </a:extLst>
          </p:cNvPr>
          <p:cNvSpPr>
            <a:spLocks noGrp="1"/>
          </p:cNvSpPr>
          <p:nvPr>
            <p:ph type="title"/>
          </p:nvPr>
        </p:nvSpPr>
        <p:spPr>
          <a:xfrm>
            <a:off x="274164" y="847720"/>
            <a:ext cx="7569947" cy="507831"/>
          </a:xfrm>
        </p:spPr>
        <p:txBody>
          <a:bodyPr/>
          <a:lstStyle/>
          <a:p>
            <a:r>
              <a:rPr lang="en-US" sz="3000" dirty="0">
                <a:latin typeface="Century Gothic" panose="020B0502020202020204" pitchFamily="34" charset="0"/>
              </a:rPr>
              <a:t>Metric 3: “TOTAL REVENUE BY LOCATION”</a:t>
            </a:r>
          </a:p>
        </p:txBody>
      </p:sp>
      <p:sp>
        <p:nvSpPr>
          <p:cNvPr id="16" name="TextBox 15">
            <a:extLst>
              <a:ext uri="{FF2B5EF4-FFF2-40B4-BE49-F238E27FC236}">
                <a16:creationId xmlns:a16="http://schemas.microsoft.com/office/drawing/2014/main" id="{BD57A0BE-BF13-6F7A-3AE5-02036D9425E4}"/>
              </a:ext>
            </a:extLst>
          </p:cNvPr>
          <p:cNvSpPr txBox="1"/>
          <p:nvPr/>
        </p:nvSpPr>
        <p:spPr>
          <a:xfrm>
            <a:off x="533401" y="4758045"/>
            <a:ext cx="11598728" cy="2062103"/>
          </a:xfrm>
          <a:prstGeom prst="rect">
            <a:avLst/>
          </a:prstGeom>
          <a:noFill/>
        </p:spPr>
        <p:txBody>
          <a:bodyPr wrap="square" rtlCol="0">
            <a:spAutoFit/>
          </a:bodyPr>
          <a:lstStyle/>
          <a:p>
            <a:r>
              <a:rPr lang="en-US" sz="2000" b="1" u="sng" dirty="0">
                <a:solidFill>
                  <a:srgbClr val="FF0000"/>
                </a:solidFill>
                <a:latin typeface="Century Gothic" panose="020B0502020202020204" pitchFamily="34" charset="0"/>
              </a:rPr>
              <a:t>INSIGHTS:</a:t>
            </a:r>
          </a:p>
          <a:p>
            <a:pPr marL="285750" indent="-285750">
              <a:buFont typeface="Wingdings" panose="05000000000000000000" pitchFamily="2" charset="2"/>
              <a:buChar char="q"/>
            </a:pPr>
            <a:endParaRPr lang="en-US" sz="1800" dirty="0">
              <a:solidFill>
                <a:schemeClr val="bg1"/>
              </a:solidFill>
              <a:latin typeface="Century Gothic" panose="020B0502020202020204" pitchFamily="34" charset="0"/>
            </a:endParaRPr>
          </a:p>
          <a:p>
            <a:pPr marL="285750" indent="-285750">
              <a:buFont typeface="Wingdings" panose="05000000000000000000" pitchFamily="2" charset="2"/>
              <a:buChar char="q"/>
            </a:pPr>
            <a:r>
              <a:rPr lang="en-US" sz="1800" dirty="0">
                <a:solidFill>
                  <a:schemeClr val="bg1"/>
                </a:solidFill>
                <a:latin typeface="Century Gothic" panose="020B0502020202020204" pitchFamily="34" charset="0"/>
              </a:rPr>
              <a:t>📍 </a:t>
            </a:r>
            <a:r>
              <a:rPr lang="en-US" sz="1800" b="1" dirty="0">
                <a:solidFill>
                  <a:schemeClr val="bg1"/>
                </a:solidFill>
                <a:latin typeface="Century Gothic" panose="020B0502020202020204" pitchFamily="34" charset="0"/>
              </a:rPr>
              <a:t>Greater Accra leads</a:t>
            </a:r>
            <a:r>
              <a:rPr lang="en-US" sz="1800" dirty="0">
                <a:solidFill>
                  <a:schemeClr val="bg1"/>
                </a:solidFill>
                <a:latin typeface="Century Gothic" panose="020B0502020202020204" pitchFamily="34" charset="0"/>
              </a:rPr>
              <a:t> with the highest revenue (27.1M), followed by Ashanti and Western regions.</a:t>
            </a:r>
          </a:p>
          <a:p>
            <a:pPr marL="285750" indent="-285750">
              <a:buFont typeface="Wingdings" panose="05000000000000000000" pitchFamily="2" charset="2"/>
              <a:buChar char="q"/>
            </a:pPr>
            <a:r>
              <a:rPr lang="en-US" sz="1800" dirty="0">
                <a:solidFill>
                  <a:schemeClr val="bg1"/>
                </a:solidFill>
                <a:latin typeface="Century Gothic" panose="020B0502020202020204" pitchFamily="34" charset="0"/>
              </a:rPr>
              <a:t>📉 </a:t>
            </a:r>
            <a:r>
              <a:rPr lang="en-US" sz="1800" b="1" dirty="0">
                <a:solidFill>
                  <a:schemeClr val="bg1"/>
                </a:solidFill>
                <a:latin typeface="Century Gothic" panose="020B0502020202020204" pitchFamily="34" charset="0"/>
              </a:rPr>
              <a:t>Locations like Bono East, </a:t>
            </a:r>
            <a:r>
              <a:rPr lang="en-US" sz="1800" b="1" dirty="0" err="1">
                <a:solidFill>
                  <a:schemeClr val="bg1"/>
                </a:solidFill>
                <a:latin typeface="Century Gothic" panose="020B0502020202020204" pitchFamily="34" charset="0"/>
              </a:rPr>
              <a:t>Dawhenya</a:t>
            </a:r>
            <a:r>
              <a:rPr lang="en-US" sz="1800" b="1" dirty="0">
                <a:solidFill>
                  <a:schemeClr val="bg1"/>
                </a:solidFill>
                <a:latin typeface="Century Gothic" panose="020B0502020202020204" pitchFamily="34" charset="0"/>
              </a:rPr>
              <a:t>, and Amasaman</a:t>
            </a:r>
            <a:r>
              <a:rPr lang="en-US" sz="1800" dirty="0">
                <a:solidFill>
                  <a:schemeClr val="bg1"/>
                </a:solidFill>
                <a:latin typeface="Century Gothic" panose="020B0502020202020204" pitchFamily="34" charset="0"/>
              </a:rPr>
              <a:t> generate very low revenue (under 0.2M)</a:t>
            </a:r>
          </a:p>
          <a:p>
            <a:pPr marL="285750" indent="-285750">
              <a:buFont typeface="Wingdings" panose="05000000000000000000" pitchFamily="2" charset="2"/>
              <a:buChar char="q"/>
            </a:pPr>
            <a:r>
              <a:rPr lang="en-US" sz="1800" dirty="0">
                <a:solidFill>
                  <a:schemeClr val="bg1"/>
                </a:solidFill>
                <a:latin typeface="Century Gothic" panose="020B0502020202020204" pitchFamily="34" charset="0"/>
              </a:rPr>
              <a:t>🧭 </a:t>
            </a:r>
            <a:r>
              <a:rPr lang="en-US" sz="1800" b="1" dirty="0">
                <a:solidFill>
                  <a:schemeClr val="bg1"/>
                </a:solidFill>
                <a:latin typeface="Century Gothic" panose="020B0502020202020204" pitchFamily="34" charset="0"/>
              </a:rPr>
              <a:t>Top 5 locations</a:t>
            </a:r>
            <a:r>
              <a:rPr lang="en-US" sz="1800" dirty="0">
                <a:solidFill>
                  <a:schemeClr val="bg1"/>
                </a:solidFill>
                <a:latin typeface="Century Gothic" panose="020B0502020202020204" pitchFamily="34" charset="0"/>
              </a:rPr>
              <a:t> alone contribute a </a:t>
            </a:r>
            <a:r>
              <a:rPr lang="en-US" sz="1800" b="1" dirty="0">
                <a:solidFill>
                  <a:schemeClr val="bg1"/>
                </a:solidFill>
                <a:latin typeface="Century Gothic" panose="020B0502020202020204" pitchFamily="34" charset="0"/>
              </a:rPr>
              <a:t>major portion of total revenue</a:t>
            </a:r>
            <a:r>
              <a:rPr lang="en-US" sz="1800" dirty="0">
                <a:solidFill>
                  <a:schemeClr val="bg1"/>
                </a:solidFill>
                <a:latin typeface="Century Gothic" panose="020B0502020202020204" pitchFamily="34" charset="0"/>
              </a:rPr>
              <a:t>, showing strong regional imbalance.</a:t>
            </a:r>
          </a:p>
          <a:p>
            <a:endParaRPr lang="en-US" dirty="0">
              <a:solidFill>
                <a:schemeClr val="bg1"/>
              </a:solidFill>
              <a:latin typeface="Century Gothic" panose="020B0502020202020204" pitchFamily="34" charset="0"/>
            </a:endParaRPr>
          </a:p>
        </p:txBody>
      </p:sp>
      <p:pic>
        <p:nvPicPr>
          <p:cNvPr id="9" name="Picture 8">
            <a:extLst>
              <a:ext uri="{FF2B5EF4-FFF2-40B4-BE49-F238E27FC236}">
                <a16:creationId xmlns:a16="http://schemas.microsoft.com/office/drawing/2014/main" id="{5F9F231C-E95C-CF8A-0522-7436AA93BEB6}"/>
              </a:ext>
            </a:extLst>
          </p:cNvPr>
          <p:cNvPicPr>
            <a:picLocks noChangeAspect="1"/>
          </p:cNvPicPr>
          <p:nvPr/>
        </p:nvPicPr>
        <p:blipFill>
          <a:blip r:embed="rId2"/>
          <a:stretch>
            <a:fillRect/>
          </a:stretch>
        </p:blipFill>
        <p:spPr>
          <a:xfrm>
            <a:off x="1426029" y="1341701"/>
            <a:ext cx="6362700" cy="332043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1029892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B96AF-5093-CC13-AC54-5C474980E4F9}"/>
            </a:ext>
          </a:extLst>
        </p:cNvPr>
        <p:cNvGrpSpPr/>
        <p:nvPr/>
      </p:nvGrpSpPr>
      <p:grpSpPr>
        <a:xfrm>
          <a:off x="0" y="0"/>
          <a:ext cx="0" cy="0"/>
          <a:chOff x="0" y="0"/>
          <a:chExt cx="0" cy="0"/>
        </a:xfrm>
      </p:grpSpPr>
      <p:sp>
        <p:nvSpPr>
          <p:cNvPr id="3" name="Title 3">
            <a:extLst>
              <a:ext uri="{FF2B5EF4-FFF2-40B4-BE49-F238E27FC236}">
                <a16:creationId xmlns:a16="http://schemas.microsoft.com/office/drawing/2014/main" id="{BD9E6EC9-1C96-C37F-E6DA-EF428DDBADD8}"/>
              </a:ext>
            </a:extLst>
          </p:cNvPr>
          <p:cNvSpPr txBox="1">
            <a:spLocks/>
          </p:cNvSpPr>
          <p:nvPr/>
        </p:nvSpPr>
        <p:spPr>
          <a:xfrm>
            <a:off x="462424" y="847720"/>
            <a:ext cx="8970334" cy="5078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mj-lt"/>
                <a:ea typeface="+mj-ea"/>
                <a:cs typeface="+mj-cs"/>
              </a:defRPr>
            </a:lvl1pPr>
          </a:lstStyle>
          <a:p>
            <a:r>
              <a:rPr lang="en-US" sz="3000" dirty="0">
                <a:latin typeface="Century Gothic" panose="020B0502020202020204" pitchFamily="34" charset="0"/>
              </a:rPr>
              <a:t>Metric 4: “TOTAL REVENUE MONTH WISE”</a:t>
            </a:r>
          </a:p>
        </p:txBody>
      </p:sp>
      <p:sp>
        <p:nvSpPr>
          <p:cNvPr id="11" name="TextBox 10">
            <a:extLst>
              <a:ext uri="{FF2B5EF4-FFF2-40B4-BE49-F238E27FC236}">
                <a16:creationId xmlns:a16="http://schemas.microsoft.com/office/drawing/2014/main" id="{6FC62F61-C47F-8A24-9492-7D417163ED54}"/>
              </a:ext>
            </a:extLst>
          </p:cNvPr>
          <p:cNvSpPr txBox="1"/>
          <p:nvPr/>
        </p:nvSpPr>
        <p:spPr>
          <a:xfrm>
            <a:off x="911590" y="4820438"/>
            <a:ext cx="10540180" cy="1785104"/>
          </a:xfrm>
          <a:prstGeom prst="rect">
            <a:avLst/>
          </a:prstGeom>
          <a:noFill/>
        </p:spPr>
        <p:txBody>
          <a:bodyPr wrap="square" rtlCol="0">
            <a:spAutoFit/>
          </a:bodyPr>
          <a:lstStyle/>
          <a:p>
            <a:r>
              <a:rPr lang="en-US" sz="2000" b="1" u="sng" dirty="0">
                <a:solidFill>
                  <a:srgbClr val="FF0000"/>
                </a:solidFill>
                <a:latin typeface="Century Gothic" panose="020B0502020202020204" pitchFamily="34" charset="0"/>
              </a:rPr>
              <a:t>INSIGHTS:</a:t>
            </a:r>
          </a:p>
          <a:p>
            <a:pPr marL="342900" indent="-342900">
              <a:buFont typeface="Wingdings" panose="05000000000000000000" pitchFamily="2" charset="2"/>
              <a:buChar char="q"/>
            </a:pPr>
            <a:endParaRPr lang="en-US" sz="1800" dirty="0">
              <a:solidFill>
                <a:schemeClr val="bg1"/>
              </a:solidFill>
              <a:latin typeface="Century Gothic" panose="020B0502020202020204" pitchFamily="34" charset="0"/>
            </a:endParaRPr>
          </a:p>
          <a:p>
            <a:pPr marL="342900" indent="-342900">
              <a:buFont typeface="Wingdings" panose="05000000000000000000" pitchFamily="2" charset="2"/>
              <a:buChar char="q"/>
            </a:pPr>
            <a:r>
              <a:rPr lang="en-US" sz="1800" dirty="0">
                <a:solidFill>
                  <a:schemeClr val="bg1"/>
                </a:solidFill>
                <a:latin typeface="Century Gothic" panose="020B0502020202020204" pitchFamily="34" charset="0"/>
              </a:rPr>
              <a:t>📈 </a:t>
            </a:r>
            <a:r>
              <a:rPr lang="en-US" sz="1800" b="1" dirty="0">
                <a:solidFill>
                  <a:schemeClr val="bg1"/>
                </a:solidFill>
                <a:latin typeface="Century Gothic" panose="020B0502020202020204" pitchFamily="34" charset="0"/>
              </a:rPr>
              <a:t>January (10.11M)</a:t>
            </a:r>
            <a:r>
              <a:rPr lang="en-US" sz="1800" dirty="0">
                <a:solidFill>
                  <a:schemeClr val="bg1"/>
                </a:solidFill>
                <a:latin typeface="Century Gothic" panose="020B0502020202020204" pitchFamily="34" charset="0"/>
              </a:rPr>
              <a:t> had the highest revenue, likely due to post-holiday shopping.</a:t>
            </a:r>
          </a:p>
          <a:p>
            <a:pPr marL="342900" indent="-342900">
              <a:buFont typeface="Wingdings" panose="05000000000000000000" pitchFamily="2" charset="2"/>
              <a:buChar char="q"/>
            </a:pPr>
            <a:r>
              <a:rPr lang="en-US" sz="1800" dirty="0">
                <a:solidFill>
                  <a:schemeClr val="bg1"/>
                </a:solidFill>
                <a:latin typeface="Century Gothic" panose="020B0502020202020204" pitchFamily="34" charset="0"/>
              </a:rPr>
              <a:t>📉 </a:t>
            </a:r>
            <a:r>
              <a:rPr lang="en-US" sz="1800" b="1" dirty="0">
                <a:solidFill>
                  <a:schemeClr val="bg1"/>
                </a:solidFill>
                <a:latin typeface="Century Gothic" panose="020B0502020202020204" pitchFamily="34" charset="0"/>
              </a:rPr>
              <a:t>September (8.05M)</a:t>
            </a:r>
            <a:r>
              <a:rPr lang="en-US" sz="1800" dirty="0">
                <a:solidFill>
                  <a:schemeClr val="bg1"/>
                </a:solidFill>
                <a:latin typeface="Century Gothic" panose="020B0502020202020204" pitchFamily="34" charset="0"/>
              </a:rPr>
              <a:t> saw the lowest revenue, indicating a potential seasonal dip.</a:t>
            </a:r>
          </a:p>
          <a:p>
            <a:pPr marL="342900" indent="-342900">
              <a:buFont typeface="Wingdings" panose="05000000000000000000" pitchFamily="2" charset="2"/>
              <a:buChar char="q"/>
            </a:pPr>
            <a:r>
              <a:rPr lang="en-US" sz="1800" dirty="0">
                <a:solidFill>
                  <a:schemeClr val="bg1"/>
                </a:solidFill>
                <a:latin typeface="Century Gothic" panose="020B0502020202020204" pitchFamily="34" charset="0"/>
              </a:rPr>
              <a:t>🔁 Revenue shows </a:t>
            </a:r>
            <a:r>
              <a:rPr lang="en-US" sz="1800" b="1" dirty="0">
                <a:solidFill>
                  <a:schemeClr val="bg1"/>
                </a:solidFill>
                <a:latin typeface="Century Gothic" panose="020B0502020202020204" pitchFamily="34" charset="0"/>
              </a:rPr>
              <a:t>fluctuations throughout the year</a:t>
            </a:r>
            <a:r>
              <a:rPr lang="en-US" sz="1800" dirty="0">
                <a:solidFill>
                  <a:schemeClr val="bg1"/>
                </a:solidFill>
                <a:latin typeface="Century Gothic" panose="020B0502020202020204" pitchFamily="34" charset="0"/>
              </a:rPr>
              <a:t>, without a consistent upward trend.</a:t>
            </a:r>
          </a:p>
          <a:p>
            <a:endParaRPr lang="en-US" dirty="0">
              <a:solidFill>
                <a:schemeClr val="bg1"/>
              </a:solidFill>
              <a:latin typeface="Century Gothic" panose="020B0502020202020204" pitchFamily="34" charset="0"/>
            </a:endParaRPr>
          </a:p>
        </p:txBody>
      </p:sp>
      <p:pic>
        <p:nvPicPr>
          <p:cNvPr id="4" name="Picture 3">
            <a:extLst>
              <a:ext uri="{FF2B5EF4-FFF2-40B4-BE49-F238E27FC236}">
                <a16:creationId xmlns:a16="http://schemas.microsoft.com/office/drawing/2014/main" id="{3AEF4DCA-94F4-FA2D-0E13-525B76DAD77C}"/>
              </a:ext>
            </a:extLst>
          </p:cNvPr>
          <p:cNvPicPr>
            <a:picLocks noChangeAspect="1"/>
          </p:cNvPicPr>
          <p:nvPr/>
        </p:nvPicPr>
        <p:blipFill>
          <a:blip r:embed="rId2"/>
          <a:stretch>
            <a:fillRect/>
          </a:stretch>
        </p:blipFill>
        <p:spPr>
          <a:xfrm>
            <a:off x="976905" y="1355551"/>
            <a:ext cx="7456714" cy="345400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660486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6E97C-0E51-E332-1C19-BEA6AF291D6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C790387-B6BC-9C37-8193-EC00D3BAD4EB}"/>
              </a:ext>
            </a:extLst>
          </p:cNvPr>
          <p:cNvSpPr>
            <a:spLocks noGrp="1"/>
          </p:cNvSpPr>
          <p:nvPr>
            <p:ph type="title"/>
          </p:nvPr>
        </p:nvSpPr>
        <p:spPr>
          <a:xfrm>
            <a:off x="274165" y="485770"/>
            <a:ext cx="6983886" cy="923330"/>
          </a:xfrm>
        </p:spPr>
        <p:txBody>
          <a:bodyPr/>
          <a:lstStyle/>
          <a:p>
            <a:r>
              <a:rPr lang="en-US" sz="3000" dirty="0">
                <a:latin typeface="Century Gothic" panose="020B0502020202020204" pitchFamily="34" charset="0"/>
              </a:rPr>
              <a:t>Metric 5: “AVERAGE WAIT TIME BY PRODUCT CATEGORY”</a:t>
            </a:r>
          </a:p>
        </p:txBody>
      </p:sp>
      <p:sp>
        <p:nvSpPr>
          <p:cNvPr id="9" name="TextBox 8">
            <a:extLst>
              <a:ext uri="{FF2B5EF4-FFF2-40B4-BE49-F238E27FC236}">
                <a16:creationId xmlns:a16="http://schemas.microsoft.com/office/drawing/2014/main" id="{41B46B1C-7C85-D34B-D8C9-63ED65893ABC}"/>
              </a:ext>
            </a:extLst>
          </p:cNvPr>
          <p:cNvSpPr txBox="1"/>
          <p:nvPr/>
        </p:nvSpPr>
        <p:spPr>
          <a:xfrm>
            <a:off x="890295" y="4718360"/>
            <a:ext cx="10226351" cy="1822665"/>
          </a:xfrm>
          <a:prstGeom prst="rect">
            <a:avLst/>
          </a:prstGeom>
          <a:noFill/>
        </p:spPr>
        <p:txBody>
          <a:bodyPr wrap="square" rtlCol="0">
            <a:spAutoFit/>
          </a:bodyPr>
          <a:lstStyle/>
          <a:p>
            <a:r>
              <a:rPr lang="en-US" sz="2000" b="1" u="sng" dirty="0">
                <a:solidFill>
                  <a:srgbClr val="FF0000"/>
                </a:solidFill>
              </a:rPr>
              <a:t>INSIGHTS:</a:t>
            </a:r>
          </a:p>
          <a:p>
            <a:endParaRPr lang="en-US" dirty="0">
              <a:solidFill>
                <a:schemeClr val="bg1"/>
              </a:solidFill>
            </a:endParaRPr>
          </a:p>
          <a:p>
            <a:pPr marL="342900" indent="-342900">
              <a:buFont typeface="Wingdings" panose="05000000000000000000" pitchFamily="2" charset="2"/>
              <a:buChar char="q"/>
            </a:pPr>
            <a:r>
              <a:rPr lang="en-US" sz="1800" dirty="0">
                <a:solidFill>
                  <a:schemeClr val="bg1"/>
                </a:solidFill>
              </a:rPr>
              <a:t>⌛ </a:t>
            </a:r>
            <a:r>
              <a:rPr lang="en-US" sz="1800" b="1" dirty="0">
                <a:solidFill>
                  <a:schemeClr val="bg1"/>
                </a:solidFill>
              </a:rPr>
              <a:t>Electronics</a:t>
            </a:r>
            <a:r>
              <a:rPr lang="en-US" sz="1800" dirty="0">
                <a:solidFill>
                  <a:schemeClr val="bg1"/>
                </a:solidFill>
              </a:rPr>
              <a:t> has the </a:t>
            </a:r>
            <a:r>
              <a:rPr lang="en-US" sz="1800" b="1" dirty="0">
                <a:solidFill>
                  <a:schemeClr val="bg1"/>
                </a:solidFill>
              </a:rPr>
              <a:t>highest average waiting time</a:t>
            </a:r>
            <a:r>
              <a:rPr lang="en-US" sz="1800" dirty="0">
                <a:solidFill>
                  <a:schemeClr val="bg1"/>
                </a:solidFill>
              </a:rPr>
              <a:t> (9.55 days).</a:t>
            </a:r>
          </a:p>
          <a:p>
            <a:pPr marL="342900" indent="-342900">
              <a:buFont typeface="Wingdings" panose="05000000000000000000" pitchFamily="2" charset="2"/>
              <a:buChar char="q"/>
            </a:pPr>
            <a:r>
              <a:rPr lang="en-US" sz="1800" dirty="0">
                <a:solidFill>
                  <a:schemeClr val="bg1"/>
                </a:solidFill>
              </a:rPr>
              <a:t>📦 All categories have an average waiting time </a:t>
            </a:r>
            <a:r>
              <a:rPr lang="en-US" sz="1800" b="1" dirty="0">
                <a:solidFill>
                  <a:schemeClr val="bg1"/>
                </a:solidFill>
              </a:rPr>
              <a:t>close to 9.5 days</a:t>
            </a:r>
            <a:r>
              <a:rPr lang="en-US" sz="1800" dirty="0">
                <a:solidFill>
                  <a:schemeClr val="bg1"/>
                </a:solidFill>
              </a:rPr>
              <a:t>, showing minimal variation.</a:t>
            </a:r>
          </a:p>
          <a:p>
            <a:pPr marL="342900" indent="-342900">
              <a:buFont typeface="Wingdings" panose="05000000000000000000" pitchFamily="2" charset="2"/>
              <a:buChar char="q"/>
            </a:pPr>
            <a:r>
              <a:rPr lang="en-US" sz="1800" dirty="0">
                <a:solidFill>
                  <a:schemeClr val="bg1"/>
                </a:solidFill>
              </a:rPr>
              <a:t>👚 </a:t>
            </a:r>
            <a:r>
              <a:rPr lang="en-US" sz="1800" b="1" dirty="0">
                <a:solidFill>
                  <a:schemeClr val="bg1"/>
                </a:solidFill>
              </a:rPr>
              <a:t>Fashion</a:t>
            </a:r>
            <a:r>
              <a:rPr lang="en-US" sz="1800" dirty="0">
                <a:solidFill>
                  <a:schemeClr val="bg1"/>
                </a:solidFill>
              </a:rPr>
              <a:t> has the </a:t>
            </a:r>
            <a:r>
              <a:rPr lang="en-US" sz="1800" b="1" dirty="0">
                <a:solidFill>
                  <a:schemeClr val="bg1"/>
                </a:solidFill>
              </a:rPr>
              <a:t>lowest waiting time</a:t>
            </a:r>
            <a:r>
              <a:rPr lang="en-US" sz="1800" dirty="0">
                <a:solidFill>
                  <a:schemeClr val="bg1"/>
                </a:solidFill>
              </a:rPr>
              <a:t> (9.51 days), but only slightly better than others.</a:t>
            </a:r>
          </a:p>
          <a:p>
            <a:endParaRPr lang="en-US" dirty="0">
              <a:solidFill>
                <a:schemeClr val="bg1"/>
              </a:solidFill>
            </a:endParaRPr>
          </a:p>
        </p:txBody>
      </p:sp>
      <p:pic>
        <p:nvPicPr>
          <p:cNvPr id="3" name="Picture 2">
            <a:extLst>
              <a:ext uri="{FF2B5EF4-FFF2-40B4-BE49-F238E27FC236}">
                <a16:creationId xmlns:a16="http://schemas.microsoft.com/office/drawing/2014/main" id="{09DA9723-257D-9179-8B31-1C98BFF0D328}"/>
              </a:ext>
            </a:extLst>
          </p:cNvPr>
          <p:cNvPicPr>
            <a:picLocks noChangeAspect="1"/>
          </p:cNvPicPr>
          <p:nvPr/>
        </p:nvPicPr>
        <p:blipFill>
          <a:blip r:embed="rId2"/>
          <a:stretch>
            <a:fillRect/>
          </a:stretch>
        </p:blipFill>
        <p:spPr>
          <a:xfrm>
            <a:off x="979714" y="1381400"/>
            <a:ext cx="7799615" cy="320206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201111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EB8D0-E124-9961-7FCB-6A20EA63D5B0}"/>
            </a:ext>
          </a:extLst>
        </p:cNvPr>
        <p:cNvGrpSpPr/>
        <p:nvPr/>
      </p:nvGrpSpPr>
      <p:grpSpPr>
        <a:xfrm>
          <a:off x="0" y="0"/>
          <a:ext cx="0" cy="0"/>
          <a:chOff x="0" y="0"/>
          <a:chExt cx="0" cy="0"/>
        </a:xfrm>
      </p:grpSpPr>
      <p:sp>
        <p:nvSpPr>
          <p:cNvPr id="3" name="Title 3">
            <a:extLst>
              <a:ext uri="{FF2B5EF4-FFF2-40B4-BE49-F238E27FC236}">
                <a16:creationId xmlns:a16="http://schemas.microsoft.com/office/drawing/2014/main" id="{0F91E8F7-3EB2-D9EC-4B85-4E71BBAA316D}"/>
              </a:ext>
            </a:extLst>
          </p:cNvPr>
          <p:cNvSpPr txBox="1">
            <a:spLocks/>
          </p:cNvSpPr>
          <p:nvPr/>
        </p:nvSpPr>
        <p:spPr>
          <a:xfrm>
            <a:off x="462425" y="444307"/>
            <a:ext cx="6547976" cy="923330"/>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mj-lt"/>
                <a:ea typeface="+mj-ea"/>
                <a:cs typeface="+mj-cs"/>
              </a:defRPr>
            </a:lvl1pPr>
          </a:lstStyle>
          <a:p>
            <a:r>
              <a:rPr lang="en-US" sz="3000" dirty="0">
                <a:latin typeface="Century Gothic" panose="020B0502020202020204" pitchFamily="34" charset="0"/>
              </a:rPr>
              <a:t>Metric 6: “AVERAGE WAITING TIME BY DELIVERY TYPE”</a:t>
            </a:r>
          </a:p>
        </p:txBody>
      </p:sp>
      <p:sp>
        <p:nvSpPr>
          <p:cNvPr id="11" name="TextBox 10">
            <a:extLst>
              <a:ext uri="{FF2B5EF4-FFF2-40B4-BE49-F238E27FC236}">
                <a16:creationId xmlns:a16="http://schemas.microsoft.com/office/drawing/2014/main" id="{48C50E67-8D57-F496-D6A2-E8941C027DD7}"/>
              </a:ext>
            </a:extLst>
          </p:cNvPr>
          <p:cNvSpPr txBox="1"/>
          <p:nvPr/>
        </p:nvSpPr>
        <p:spPr>
          <a:xfrm>
            <a:off x="1071301" y="4803425"/>
            <a:ext cx="9025198" cy="1631216"/>
          </a:xfrm>
          <a:prstGeom prst="rect">
            <a:avLst/>
          </a:prstGeom>
          <a:noFill/>
        </p:spPr>
        <p:txBody>
          <a:bodyPr wrap="square" rtlCol="0">
            <a:spAutoFit/>
          </a:bodyPr>
          <a:lstStyle/>
          <a:p>
            <a:r>
              <a:rPr lang="en-US" sz="2000" b="1" u="sng" dirty="0">
                <a:solidFill>
                  <a:srgbClr val="FF0000"/>
                </a:solidFill>
                <a:latin typeface="Century Gothic" panose="020B0502020202020204" pitchFamily="34" charset="0"/>
              </a:rPr>
              <a:t>INSIGHTS:</a:t>
            </a:r>
          </a:p>
          <a:p>
            <a:endParaRPr lang="en-US" sz="2000" b="1" u="sng" dirty="0">
              <a:solidFill>
                <a:schemeClr val="bg1"/>
              </a:solidFill>
              <a:latin typeface="Century Gothic" panose="020B0502020202020204" pitchFamily="34" charset="0"/>
            </a:endParaRPr>
          </a:p>
          <a:p>
            <a:pPr marL="342900" indent="-342900">
              <a:buFont typeface="Wingdings" panose="05000000000000000000" pitchFamily="2" charset="2"/>
              <a:buChar char="q"/>
            </a:pPr>
            <a:r>
              <a:rPr lang="en-US" sz="2000" dirty="0">
                <a:solidFill>
                  <a:schemeClr val="bg1"/>
                </a:solidFill>
                <a:latin typeface="Century Gothic" panose="020B0502020202020204" pitchFamily="34" charset="0"/>
              </a:rPr>
              <a:t>✈️ </a:t>
            </a:r>
            <a:r>
              <a:rPr lang="en-US" sz="2000" b="1" dirty="0">
                <a:solidFill>
                  <a:schemeClr val="bg1"/>
                </a:solidFill>
                <a:latin typeface="Century Gothic" panose="020B0502020202020204" pitchFamily="34" charset="0"/>
              </a:rPr>
              <a:t>Shipped from Abroad</a:t>
            </a:r>
            <a:r>
              <a:rPr lang="en-US" sz="2000" dirty="0">
                <a:solidFill>
                  <a:schemeClr val="bg1"/>
                </a:solidFill>
                <a:latin typeface="Century Gothic" panose="020B0502020202020204" pitchFamily="34" charset="0"/>
              </a:rPr>
              <a:t> has the </a:t>
            </a:r>
            <a:r>
              <a:rPr lang="en-US" sz="2000" b="1" dirty="0">
                <a:solidFill>
                  <a:schemeClr val="bg1"/>
                </a:solidFill>
                <a:latin typeface="Century Gothic" panose="020B0502020202020204" pitchFamily="34" charset="0"/>
              </a:rPr>
              <a:t>longest waiting time</a:t>
            </a:r>
            <a:r>
              <a:rPr lang="en-US" sz="2000" dirty="0">
                <a:solidFill>
                  <a:schemeClr val="bg1"/>
                </a:solidFill>
                <a:latin typeface="Century Gothic" panose="020B0502020202020204" pitchFamily="34" charset="0"/>
              </a:rPr>
              <a:t> at </a:t>
            </a:r>
            <a:r>
              <a:rPr lang="en-US" sz="2000" b="1" dirty="0">
                <a:solidFill>
                  <a:schemeClr val="bg1"/>
                </a:solidFill>
                <a:latin typeface="Century Gothic" panose="020B0502020202020204" pitchFamily="34" charset="0"/>
              </a:rPr>
              <a:t>15 days</a:t>
            </a:r>
            <a:r>
              <a:rPr lang="en-US" sz="2000" dirty="0">
                <a:solidFill>
                  <a:schemeClr val="bg1"/>
                </a:solidFill>
                <a:latin typeface="Century Gothic" panose="020B0502020202020204" pitchFamily="34" charset="0"/>
              </a:rPr>
              <a:t>.</a:t>
            </a:r>
            <a:endParaRPr lang="en-US" sz="2000" b="1" u="sng" dirty="0">
              <a:solidFill>
                <a:schemeClr val="bg1"/>
              </a:solidFill>
              <a:latin typeface="Century Gothic" panose="020B0502020202020204" pitchFamily="34" charset="0"/>
            </a:endParaRPr>
          </a:p>
          <a:p>
            <a:pPr marL="342900" indent="-342900">
              <a:buFont typeface="Wingdings" panose="05000000000000000000" pitchFamily="2" charset="2"/>
              <a:buChar char="q"/>
            </a:pPr>
            <a:r>
              <a:rPr lang="en-US" sz="2000" dirty="0">
                <a:solidFill>
                  <a:schemeClr val="bg1"/>
                </a:solidFill>
                <a:latin typeface="Century Gothic" panose="020B0502020202020204" pitchFamily="34" charset="0"/>
              </a:rPr>
              <a:t>📦 </a:t>
            </a:r>
            <a:r>
              <a:rPr lang="en-US" sz="2000" b="1" dirty="0">
                <a:solidFill>
                  <a:schemeClr val="bg1"/>
                </a:solidFill>
                <a:latin typeface="Century Gothic" panose="020B0502020202020204" pitchFamily="34" charset="0"/>
              </a:rPr>
              <a:t>Standard Delivery</a:t>
            </a:r>
            <a:r>
              <a:rPr lang="en-US" sz="2000" dirty="0">
                <a:solidFill>
                  <a:schemeClr val="bg1"/>
                </a:solidFill>
                <a:latin typeface="Century Gothic" panose="020B0502020202020204" pitchFamily="34" charset="0"/>
              </a:rPr>
              <a:t> takes </a:t>
            </a:r>
            <a:r>
              <a:rPr lang="en-US" sz="2000" b="1" dirty="0">
                <a:solidFill>
                  <a:schemeClr val="bg1"/>
                </a:solidFill>
                <a:latin typeface="Century Gothic" panose="020B0502020202020204" pitchFamily="34" charset="0"/>
              </a:rPr>
              <a:t>10 days</a:t>
            </a:r>
            <a:r>
              <a:rPr lang="en-US" sz="2000" dirty="0">
                <a:solidFill>
                  <a:schemeClr val="bg1"/>
                </a:solidFill>
                <a:latin typeface="Century Gothic" panose="020B0502020202020204" pitchFamily="34" charset="0"/>
              </a:rPr>
              <a:t>, which is moderate.</a:t>
            </a:r>
          </a:p>
          <a:p>
            <a:pPr marL="342900" indent="-342900">
              <a:buFont typeface="Wingdings" panose="05000000000000000000" pitchFamily="2" charset="2"/>
              <a:buChar char="q"/>
            </a:pPr>
            <a:r>
              <a:rPr lang="en-US" sz="2000" dirty="0">
                <a:solidFill>
                  <a:schemeClr val="bg1"/>
                </a:solidFill>
                <a:latin typeface="Century Gothic" panose="020B0502020202020204" pitchFamily="34" charset="0"/>
              </a:rPr>
              <a:t>⚡ </a:t>
            </a:r>
            <a:r>
              <a:rPr lang="en-US" sz="2000" b="1" dirty="0">
                <a:solidFill>
                  <a:schemeClr val="bg1"/>
                </a:solidFill>
                <a:latin typeface="Century Gothic" panose="020B0502020202020204" pitchFamily="34" charset="0"/>
              </a:rPr>
              <a:t>Express Delivery </a:t>
            </a:r>
            <a:r>
              <a:rPr lang="en-US" sz="2000" dirty="0">
                <a:solidFill>
                  <a:schemeClr val="bg1"/>
                </a:solidFill>
                <a:latin typeface="Century Gothic" panose="020B0502020202020204" pitchFamily="34" charset="0"/>
              </a:rPr>
              <a:t>is the </a:t>
            </a:r>
            <a:r>
              <a:rPr lang="en-US" sz="2000" b="1" dirty="0">
                <a:solidFill>
                  <a:schemeClr val="bg1"/>
                </a:solidFill>
                <a:latin typeface="Century Gothic" panose="020B0502020202020204" pitchFamily="34" charset="0"/>
              </a:rPr>
              <a:t>fastest</a:t>
            </a:r>
            <a:r>
              <a:rPr lang="en-US" sz="2000" dirty="0">
                <a:solidFill>
                  <a:schemeClr val="bg1"/>
                </a:solidFill>
                <a:latin typeface="Century Gothic" panose="020B0502020202020204" pitchFamily="34" charset="0"/>
              </a:rPr>
              <a:t>, with an average of only </a:t>
            </a:r>
            <a:r>
              <a:rPr lang="en-US" sz="2000" b="1" dirty="0">
                <a:solidFill>
                  <a:schemeClr val="bg1"/>
                </a:solidFill>
                <a:latin typeface="Century Gothic" panose="020B0502020202020204" pitchFamily="34" charset="0"/>
              </a:rPr>
              <a:t>3 days</a:t>
            </a:r>
            <a:r>
              <a:rPr lang="en-US" sz="2000" dirty="0">
                <a:solidFill>
                  <a:schemeClr val="bg1"/>
                </a:solidFill>
                <a:latin typeface="Century Gothic" panose="020B0502020202020204" pitchFamily="34" charset="0"/>
              </a:rPr>
              <a:t>.</a:t>
            </a:r>
          </a:p>
        </p:txBody>
      </p:sp>
      <p:pic>
        <p:nvPicPr>
          <p:cNvPr id="4" name="Picture 3">
            <a:extLst>
              <a:ext uri="{FF2B5EF4-FFF2-40B4-BE49-F238E27FC236}">
                <a16:creationId xmlns:a16="http://schemas.microsoft.com/office/drawing/2014/main" id="{25055550-520D-A13D-ED99-AC79BA17512F}"/>
              </a:ext>
            </a:extLst>
          </p:cNvPr>
          <p:cNvPicPr>
            <a:picLocks noChangeAspect="1"/>
          </p:cNvPicPr>
          <p:nvPr/>
        </p:nvPicPr>
        <p:blipFill>
          <a:blip r:embed="rId2"/>
          <a:stretch>
            <a:fillRect/>
          </a:stretch>
        </p:blipFill>
        <p:spPr>
          <a:xfrm>
            <a:off x="1137555" y="1367637"/>
            <a:ext cx="7636331" cy="332328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62932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5E719-0C09-6E68-9F04-C78C45338C4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EF62D63-BFA8-EC60-170A-47B5A3F25315}"/>
              </a:ext>
            </a:extLst>
          </p:cNvPr>
          <p:cNvSpPr>
            <a:spLocks noGrp="1"/>
          </p:cNvSpPr>
          <p:nvPr>
            <p:ph type="title"/>
          </p:nvPr>
        </p:nvSpPr>
        <p:spPr>
          <a:xfrm>
            <a:off x="274165" y="485770"/>
            <a:ext cx="6983886" cy="923330"/>
          </a:xfrm>
        </p:spPr>
        <p:txBody>
          <a:bodyPr/>
          <a:lstStyle/>
          <a:p>
            <a:r>
              <a:rPr lang="en-US" sz="3000" dirty="0">
                <a:latin typeface="Century Gothic" panose="020B0502020202020204" pitchFamily="34" charset="0"/>
              </a:rPr>
              <a:t>Metric 7: “AVERAGE SHIPPING COST BY PRODUCT CATEGORY”</a:t>
            </a:r>
          </a:p>
        </p:txBody>
      </p:sp>
      <p:sp>
        <p:nvSpPr>
          <p:cNvPr id="11" name="TextBox 10">
            <a:extLst>
              <a:ext uri="{FF2B5EF4-FFF2-40B4-BE49-F238E27FC236}">
                <a16:creationId xmlns:a16="http://schemas.microsoft.com/office/drawing/2014/main" id="{CC268B89-C99C-16F2-08BD-2E2B14C3D950}"/>
              </a:ext>
            </a:extLst>
          </p:cNvPr>
          <p:cNvSpPr txBox="1"/>
          <p:nvPr/>
        </p:nvSpPr>
        <p:spPr>
          <a:xfrm>
            <a:off x="691237" y="4327923"/>
            <a:ext cx="10545096" cy="2062103"/>
          </a:xfrm>
          <a:prstGeom prst="rect">
            <a:avLst/>
          </a:prstGeom>
          <a:noFill/>
        </p:spPr>
        <p:txBody>
          <a:bodyPr wrap="square" rtlCol="0">
            <a:spAutoFit/>
          </a:bodyPr>
          <a:lstStyle/>
          <a:p>
            <a:r>
              <a:rPr lang="en-US" sz="2000" b="1" u="sng" dirty="0">
                <a:solidFill>
                  <a:srgbClr val="FF0000"/>
                </a:solidFill>
                <a:latin typeface="Century Gothic" panose="020B0502020202020204" pitchFamily="34" charset="0"/>
              </a:rPr>
              <a:t>INSIGHTS:</a:t>
            </a:r>
          </a:p>
          <a:p>
            <a:endParaRPr lang="en-US" dirty="0">
              <a:solidFill>
                <a:schemeClr val="bg1"/>
              </a:solidFill>
              <a:latin typeface="Century Gothic" panose="020B0502020202020204" pitchFamily="34" charset="0"/>
            </a:endParaRPr>
          </a:p>
          <a:p>
            <a:pPr marL="342900" indent="-342900">
              <a:buFont typeface="Wingdings" panose="05000000000000000000" pitchFamily="2" charset="2"/>
              <a:buChar char="q"/>
            </a:pPr>
            <a:r>
              <a:rPr lang="en-US" sz="1800" dirty="0">
                <a:solidFill>
                  <a:schemeClr val="bg1"/>
                </a:solidFill>
                <a:latin typeface="Century Gothic" panose="020B0502020202020204" pitchFamily="34" charset="0"/>
              </a:rPr>
              <a:t>💄 </a:t>
            </a:r>
            <a:r>
              <a:rPr lang="en-US" sz="1800" b="1" dirty="0">
                <a:solidFill>
                  <a:schemeClr val="bg1"/>
                </a:solidFill>
                <a:latin typeface="Century Gothic" panose="020B0502020202020204" pitchFamily="34" charset="0"/>
              </a:rPr>
              <a:t>Health and Beauty</a:t>
            </a:r>
            <a:r>
              <a:rPr lang="en-US" sz="1800" dirty="0">
                <a:solidFill>
                  <a:schemeClr val="bg1"/>
                </a:solidFill>
                <a:latin typeface="Century Gothic" panose="020B0502020202020204" pitchFamily="34" charset="0"/>
              </a:rPr>
              <a:t> products have the </a:t>
            </a:r>
            <a:r>
              <a:rPr lang="en-US" sz="1800" b="1" dirty="0">
                <a:solidFill>
                  <a:schemeClr val="bg1"/>
                </a:solidFill>
                <a:latin typeface="Century Gothic" panose="020B0502020202020204" pitchFamily="34" charset="0"/>
              </a:rPr>
              <a:t>highest average shipping fee</a:t>
            </a:r>
            <a:r>
              <a:rPr lang="en-US" sz="1800" dirty="0">
                <a:solidFill>
                  <a:schemeClr val="bg1"/>
                </a:solidFill>
                <a:latin typeface="Century Gothic" panose="020B0502020202020204" pitchFamily="34" charset="0"/>
              </a:rPr>
              <a:t> at </a:t>
            </a:r>
            <a:r>
              <a:rPr lang="en-US" sz="1800" b="1" dirty="0">
                <a:solidFill>
                  <a:schemeClr val="bg1"/>
                </a:solidFill>
                <a:latin typeface="Century Gothic" panose="020B0502020202020204" pitchFamily="34" charset="0"/>
              </a:rPr>
              <a:t>11.55</a:t>
            </a:r>
            <a:r>
              <a:rPr lang="en-US" sz="1800" dirty="0">
                <a:solidFill>
                  <a:schemeClr val="bg1"/>
                </a:solidFill>
                <a:latin typeface="Century Gothic" panose="020B0502020202020204" pitchFamily="34" charset="0"/>
              </a:rPr>
              <a:t>.</a:t>
            </a:r>
          </a:p>
          <a:p>
            <a:pPr marL="342900" indent="-342900">
              <a:buFont typeface="Wingdings" panose="05000000000000000000" pitchFamily="2" charset="2"/>
              <a:buChar char="q"/>
            </a:pPr>
            <a:r>
              <a:rPr lang="en-US" sz="1800" dirty="0">
                <a:solidFill>
                  <a:schemeClr val="bg1"/>
                </a:solidFill>
                <a:latin typeface="Century Gothic" panose="020B0502020202020204" pitchFamily="34" charset="0"/>
              </a:rPr>
              <a:t>👗 </a:t>
            </a:r>
            <a:r>
              <a:rPr lang="en-US" sz="1800" b="1" dirty="0">
                <a:solidFill>
                  <a:schemeClr val="bg1"/>
                </a:solidFill>
                <a:latin typeface="Century Gothic" panose="020B0502020202020204" pitchFamily="34" charset="0"/>
              </a:rPr>
              <a:t>Fashion</a:t>
            </a:r>
            <a:r>
              <a:rPr lang="en-US" sz="1800" dirty="0">
                <a:solidFill>
                  <a:schemeClr val="bg1"/>
                </a:solidFill>
                <a:latin typeface="Century Gothic" panose="020B0502020202020204" pitchFamily="34" charset="0"/>
              </a:rPr>
              <a:t> and 📱 </a:t>
            </a:r>
            <a:r>
              <a:rPr lang="en-US" sz="1800" b="1" dirty="0">
                <a:solidFill>
                  <a:schemeClr val="bg1"/>
                </a:solidFill>
                <a:latin typeface="Century Gothic" panose="020B0502020202020204" pitchFamily="34" charset="0"/>
              </a:rPr>
              <a:t>Phones and Tablet</a:t>
            </a:r>
            <a:r>
              <a:rPr lang="en-US" sz="1800" dirty="0">
                <a:solidFill>
                  <a:schemeClr val="bg1"/>
                </a:solidFill>
                <a:latin typeface="Century Gothic" panose="020B0502020202020204" pitchFamily="34" charset="0"/>
              </a:rPr>
              <a:t> follow closely with an average fee of </a:t>
            </a:r>
            <a:r>
              <a:rPr lang="en-US" sz="1800" b="1" dirty="0">
                <a:solidFill>
                  <a:schemeClr val="bg1"/>
                </a:solidFill>
                <a:latin typeface="Century Gothic" panose="020B0502020202020204" pitchFamily="34" charset="0"/>
              </a:rPr>
              <a:t>11.48</a:t>
            </a:r>
            <a:r>
              <a:rPr lang="en-US" sz="1800" dirty="0">
                <a:solidFill>
                  <a:schemeClr val="bg1"/>
                </a:solidFill>
                <a:latin typeface="Century Gothic" panose="020B0502020202020204" pitchFamily="34" charset="0"/>
              </a:rPr>
              <a:t>.</a:t>
            </a:r>
          </a:p>
          <a:p>
            <a:pPr marL="342900" indent="-342900">
              <a:buFont typeface="Wingdings" panose="05000000000000000000" pitchFamily="2" charset="2"/>
              <a:buChar char="q"/>
            </a:pPr>
            <a:r>
              <a:rPr lang="en-US" sz="1800" dirty="0">
                <a:solidFill>
                  <a:schemeClr val="bg1"/>
                </a:solidFill>
                <a:latin typeface="Century Gothic" panose="020B0502020202020204" pitchFamily="34" charset="0"/>
              </a:rPr>
              <a:t>🏠 </a:t>
            </a:r>
            <a:r>
              <a:rPr lang="en-US" sz="1800" b="1" dirty="0">
                <a:solidFill>
                  <a:schemeClr val="bg1"/>
                </a:solidFill>
                <a:latin typeface="Century Gothic" panose="020B0502020202020204" pitchFamily="34" charset="0"/>
              </a:rPr>
              <a:t>Home and Office</a:t>
            </a:r>
            <a:r>
              <a:rPr lang="en-US" sz="1800" dirty="0">
                <a:solidFill>
                  <a:schemeClr val="bg1"/>
                </a:solidFill>
                <a:latin typeface="Century Gothic" panose="020B0502020202020204" pitchFamily="34" charset="0"/>
              </a:rPr>
              <a:t> and 💻 </a:t>
            </a:r>
            <a:r>
              <a:rPr lang="en-US" sz="1800" b="1" dirty="0">
                <a:solidFill>
                  <a:schemeClr val="bg1"/>
                </a:solidFill>
                <a:latin typeface="Century Gothic" panose="020B0502020202020204" pitchFamily="34" charset="0"/>
              </a:rPr>
              <a:t>Electronics</a:t>
            </a:r>
            <a:r>
              <a:rPr lang="en-US" sz="1800" dirty="0">
                <a:solidFill>
                  <a:schemeClr val="bg1"/>
                </a:solidFill>
                <a:latin typeface="Century Gothic" panose="020B0502020202020204" pitchFamily="34" charset="0"/>
              </a:rPr>
              <a:t> have the </a:t>
            </a:r>
            <a:r>
              <a:rPr lang="en-US" sz="1800" b="1" dirty="0">
                <a:solidFill>
                  <a:schemeClr val="bg1"/>
                </a:solidFill>
                <a:latin typeface="Century Gothic" panose="020B0502020202020204" pitchFamily="34" charset="0"/>
              </a:rPr>
              <a:t>lowest shipping fee</a:t>
            </a:r>
            <a:r>
              <a:rPr lang="en-US" sz="1800" dirty="0">
                <a:solidFill>
                  <a:schemeClr val="bg1"/>
                </a:solidFill>
                <a:latin typeface="Century Gothic" panose="020B0502020202020204" pitchFamily="34" charset="0"/>
              </a:rPr>
              <a:t> at </a:t>
            </a:r>
            <a:r>
              <a:rPr lang="en-US" sz="1800" b="1" dirty="0">
                <a:solidFill>
                  <a:schemeClr val="bg1"/>
                </a:solidFill>
                <a:latin typeface="Century Gothic" panose="020B0502020202020204" pitchFamily="34" charset="0"/>
              </a:rPr>
              <a:t>11.47</a:t>
            </a:r>
            <a:r>
              <a:rPr lang="en-US" sz="1800" dirty="0">
                <a:solidFill>
                  <a:schemeClr val="bg1"/>
                </a:solidFill>
                <a:latin typeface="Century Gothic" panose="020B0502020202020204" pitchFamily="34" charset="0"/>
              </a:rPr>
              <a:t>, though the difference is minimal.</a:t>
            </a:r>
          </a:p>
          <a:p>
            <a:endParaRPr lang="en-US" dirty="0">
              <a:solidFill>
                <a:schemeClr val="bg1"/>
              </a:solidFill>
              <a:latin typeface="Century Gothic" panose="020B0502020202020204" pitchFamily="34" charset="0"/>
            </a:endParaRPr>
          </a:p>
        </p:txBody>
      </p:sp>
      <p:pic>
        <p:nvPicPr>
          <p:cNvPr id="3" name="Picture 2">
            <a:extLst>
              <a:ext uri="{FF2B5EF4-FFF2-40B4-BE49-F238E27FC236}">
                <a16:creationId xmlns:a16="http://schemas.microsoft.com/office/drawing/2014/main" id="{CCE8667D-931E-2959-81FE-2D16C498F7B1}"/>
              </a:ext>
            </a:extLst>
          </p:cNvPr>
          <p:cNvPicPr>
            <a:picLocks noChangeAspect="1"/>
          </p:cNvPicPr>
          <p:nvPr/>
        </p:nvPicPr>
        <p:blipFill>
          <a:blip r:embed="rId2"/>
          <a:stretch>
            <a:fillRect/>
          </a:stretch>
        </p:blipFill>
        <p:spPr>
          <a:xfrm>
            <a:off x="783771" y="1310104"/>
            <a:ext cx="6732815" cy="306493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246112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2932D-DC09-8418-2421-1996413998A4}"/>
            </a:ext>
          </a:extLst>
        </p:cNvPr>
        <p:cNvGrpSpPr/>
        <p:nvPr/>
      </p:nvGrpSpPr>
      <p:grpSpPr>
        <a:xfrm>
          <a:off x="0" y="0"/>
          <a:ext cx="0" cy="0"/>
          <a:chOff x="0" y="0"/>
          <a:chExt cx="0" cy="0"/>
        </a:xfrm>
      </p:grpSpPr>
      <p:sp>
        <p:nvSpPr>
          <p:cNvPr id="3" name="Title 3">
            <a:extLst>
              <a:ext uri="{FF2B5EF4-FFF2-40B4-BE49-F238E27FC236}">
                <a16:creationId xmlns:a16="http://schemas.microsoft.com/office/drawing/2014/main" id="{5F3BAC4A-175E-5FCD-D837-1D0621E4AA50}"/>
              </a:ext>
            </a:extLst>
          </p:cNvPr>
          <p:cNvSpPr txBox="1">
            <a:spLocks/>
          </p:cNvSpPr>
          <p:nvPr/>
        </p:nvSpPr>
        <p:spPr>
          <a:xfrm>
            <a:off x="462425" y="444307"/>
            <a:ext cx="6547976" cy="923330"/>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mj-lt"/>
                <a:ea typeface="+mj-ea"/>
                <a:cs typeface="+mj-cs"/>
              </a:defRPr>
            </a:lvl1pPr>
          </a:lstStyle>
          <a:p>
            <a:r>
              <a:rPr lang="en-US" sz="3000" dirty="0">
                <a:latin typeface="Century Gothic" panose="020B0502020202020204" pitchFamily="34" charset="0"/>
              </a:rPr>
              <a:t>Metric 8: “Product Performance : Revenue vs Customer Rating”</a:t>
            </a:r>
          </a:p>
        </p:txBody>
      </p:sp>
      <p:pic>
        <p:nvPicPr>
          <p:cNvPr id="10" name="Picture 9">
            <a:extLst>
              <a:ext uri="{FF2B5EF4-FFF2-40B4-BE49-F238E27FC236}">
                <a16:creationId xmlns:a16="http://schemas.microsoft.com/office/drawing/2014/main" id="{B266E8CE-EDDE-7830-390A-6797048BB9F6}"/>
              </a:ext>
            </a:extLst>
          </p:cNvPr>
          <p:cNvPicPr>
            <a:picLocks noChangeAspect="1"/>
          </p:cNvPicPr>
          <p:nvPr/>
        </p:nvPicPr>
        <p:blipFill>
          <a:blip r:embed="rId2"/>
          <a:stretch>
            <a:fillRect/>
          </a:stretch>
        </p:blipFill>
        <p:spPr>
          <a:xfrm>
            <a:off x="1289957" y="1764713"/>
            <a:ext cx="9895539" cy="2507930"/>
          </a:xfrm>
          <a:prstGeom prst="roundRect">
            <a:avLst>
              <a:gd name="adj" fmla="val 4326"/>
            </a:avLst>
          </a:prstGeom>
          <a:solidFill>
            <a:srgbClr val="FFFFFF">
              <a:shade val="85000"/>
            </a:srgbClr>
          </a:solidFill>
          <a:ln>
            <a:noFill/>
          </a:ln>
          <a:effectLst>
            <a:reflection blurRad="12700" stA="38000" endPos="28000" dist="5000" dir="5400000" sy="-100000" algn="bl" rotWithShape="0"/>
          </a:effectLst>
        </p:spPr>
      </p:pic>
      <p:sp>
        <p:nvSpPr>
          <p:cNvPr id="11" name="TextBox 10">
            <a:extLst>
              <a:ext uri="{FF2B5EF4-FFF2-40B4-BE49-F238E27FC236}">
                <a16:creationId xmlns:a16="http://schemas.microsoft.com/office/drawing/2014/main" id="{7CD54A8C-546B-8D4F-3EC2-14E024811728}"/>
              </a:ext>
            </a:extLst>
          </p:cNvPr>
          <p:cNvSpPr txBox="1"/>
          <p:nvPr/>
        </p:nvSpPr>
        <p:spPr>
          <a:xfrm>
            <a:off x="528236" y="4628589"/>
            <a:ext cx="11135526" cy="2062103"/>
          </a:xfrm>
          <a:prstGeom prst="rect">
            <a:avLst/>
          </a:prstGeom>
          <a:noFill/>
        </p:spPr>
        <p:txBody>
          <a:bodyPr wrap="square" rtlCol="0">
            <a:spAutoFit/>
          </a:bodyPr>
          <a:lstStyle/>
          <a:p>
            <a:r>
              <a:rPr lang="en-US" sz="2000" b="1" u="sng" dirty="0">
                <a:solidFill>
                  <a:srgbClr val="FF0000"/>
                </a:solidFill>
                <a:latin typeface="Century Gothic" panose="020B0502020202020204" pitchFamily="34" charset="0"/>
              </a:rPr>
              <a:t>INSIGHTS:</a:t>
            </a:r>
          </a:p>
          <a:p>
            <a:endParaRPr lang="en-US" dirty="0">
              <a:solidFill>
                <a:schemeClr val="bg1"/>
              </a:solidFill>
              <a:latin typeface="Century Gothic" panose="020B0502020202020204" pitchFamily="34" charset="0"/>
            </a:endParaRPr>
          </a:p>
          <a:p>
            <a:pPr marL="342900" indent="-342900">
              <a:buFont typeface="Wingdings" panose="05000000000000000000" pitchFamily="2" charset="2"/>
              <a:buChar char="q"/>
            </a:pPr>
            <a:r>
              <a:rPr lang="en-US" sz="1800" dirty="0">
                <a:solidFill>
                  <a:schemeClr val="bg1"/>
                </a:solidFill>
                <a:latin typeface="Century Gothic" panose="020B0502020202020204" pitchFamily="34" charset="0"/>
              </a:rPr>
              <a:t>📉 Some </a:t>
            </a:r>
            <a:r>
              <a:rPr lang="en-US" sz="1800" b="1" dirty="0">
                <a:solidFill>
                  <a:schemeClr val="bg1"/>
                </a:solidFill>
                <a:latin typeface="Century Gothic" panose="020B0502020202020204" pitchFamily="34" charset="0"/>
              </a:rPr>
              <a:t>high-revenue products</a:t>
            </a:r>
            <a:r>
              <a:rPr lang="en-US" sz="1800" dirty="0">
                <a:solidFill>
                  <a:schemeClr val="bg1"/>
                </a:solidFill>
                <a:latin typeface="Century Gothic" panose="020B0502020202020204" pitchFamily="34" charset="0"/>
              </a:rPr>
              <a:t> (e.g., 12M–14M range) have </a:t>
            </a:r>
            <a:r>
              <a:rPr lang="en-US" sz="1800" b="1" dirty="0">
                <a:solidFill>
                  <a:schemeClr val="bg1"/>
                </a:solidFill>
                <a:latin typeface="Century Gothic" panose="020B0502020202020204" pitchFamily="34" charset="0"/>
              </a:rPr>
              <a:t>relatively low average ratings (~2.7)</a:t>
            </a:r>
            <a:r>
              <a:rPr lang="en-US" sz="1800" dirty="0">
                <a:solidFill>
                  <a:schemeClr val="bg1"/>
                </a:solidFill>
                <a:latin typeface="Century Gothic" panose="020B0502020202020204" pitchFamily="34" charset="0"/>
              </a:rPr>
              <a:t>.</a:t>
            </a:r>
          </a:p>
          <a:p>
            <a:pPr marL="342900" indent="-342900">
              <a:buFont typeface="Wingdings" panose="05000000000000000000" pitchFamily="2" charset="2"/>
              <a:buChar char="q"/>
            </a:pPr>
            <a:r>
              <a:rPr lang="en-US" sz="1800" dirty="0">
                <a:solidFill>
                  <a:schemeClr val="bg1"/>
                </a:solidFill>
                <a:latin typeface="Century Gothic" panose="020B0502020202020204" pitchFamily="34" charset="0"/>
              </a:rPr>
              <a:t>📊 Most products cluster below </a:t>
            </a:r>
            <a:r>
              <a:rPr lang="en-US" sz="1800" b="1" dirty="0">
                <a:solidFill>
                  <a:schemeClr val="bg1"/>
                </a:solidFill>
                <a:latin typeface="Century Gothic" panose="020B0502020202020204" pitchFamily="34" charset="0"/>
              </a:rPr>
              <a:t>3.0 in ratings</a:t>
            </a:r>
            <a:r>
              <a:rPr lang="en-US" sz="1800" dirty="0">
                <a:solidFill>
                  <a:schemeClr val="bg1"/>
                </a:solidFill>
                <a:latin typeface="Century Gothic" panose="020B0502020202020204" pitchFamily="34" charset="0"/>
              </a:rPr>
              <a:t>, showing a </a:t>
            </a:r>
            <a:r>
              <a:rPr lang="en-US" sz="1800" b="1" dirty="0">
                <a:solidFill>
                  <a:schemeClr val="bg1"/>
                </a:solidFill>
                <a:latin typeface="Century Gothic" panose="020B0502020202020204" pitchFamily="34" charset="0"/>
              </a:rPr>
              <a:t>general satisfaction gap</a:t>
            </a:r>
            <a:r>
              <a:rPr lang="en-US" sz="1800" dirty="0">
                <a:solidFill>
                  <a:schemeClr val="bg1"/>
                </a:solidFill>
                <a:latin typeface="Century Gothic" panose="020B0502020202020204" pitchFamily="34" charset="0"/>
              </a:rPr>
              <a:t>.</a:t>
            </a:r>
          </a:p>
          <a:p>
            <a:pPr marL="342900" indent="-342900">
              <a:buFont typeface="Wingdings" panose="05000000000000000000" pitchFamily="2" charset="2"/>
              <a:buChar char="q"/>
            </a:pPr>
            <a:r>
              <a:rPr lang="en-US" sz="1800" dirty="0">
                <a:solidFill>
                  <a:schemeClr val="bg1"/>
                </a:solidFill>
                <a:latin typeface="Century Gothic" panose="020B0502020202020204" pitchFamily="34" charset="0"/>
              </a:rPr>
              <a:t>💬 A few </a:t>
            </a:r>
            <a:r>
              <a:rPr lang="en-US" sz="1800" b="1" dirty="0">
                <a:solidFill>
                  <a:schemeClr val="bg1"/>
                </a:solidFill>
                <a:latin typeface="Century Gothic" panose="020B0502020202020204" pitchFamily="34" charset="0"/>
              </a:rPr>
              <a:t>moderate-revenue products</a:t>
            </a:r>
            <a:r>
              <a:rPr lang="en-US" sz="1800" dirty="0">
                <a:solidFill>
                  <a:schemeClr val="bg1"/>
                </a:solidFill>
                <a:latin typeface="Century Gothic" panose="020B0502020202020204" pitchFamily="34" charset="0"/>
              </a:rPr>
              <a:t> (~5M–6M) show </a:t>
            </a:r>
            <a:r>
              <a:rPr lang="en-US" sz="1800" b="1" dirty="0">
                <a:solidFill>
                  <a:schemeClr val="bg1"/>
                </a:solidFill>
                <a:latin typeface="Century Gothic" panose="020B0502020202020204" pitchFamily="34" charset="0"/>
              </a:rPr>
              <a:t>slightly better ratings (~2.8)</a:t>
            </a:r>
            <a:r>
              <a:rPr lang="en-US" sz="1800" dirty="0">
                <a:solidFill>
                  <a:schemeClr val="bg1"/>
                </a:solidFill>
                <a:latin typeface="Century Gothic" panose="020B0502020202020204" pitchFamily="34" charset="0"/>
              </a:rPr>
              <a:t>.</a:t>
            </a:r>
          </a:p>
          <a:p>
            <a:endParaRPr lang="en-US" dirty="0">
              <a:solidFill>
                <a:schemeClr val="bg1"/>
              </a:solidFill>
              <a:latin typeface="Century Gothic" panose="020B0502020202020204" pitchFamily="34" charset="0"/>
            </a:endParaRPr>
          </a:p>
        </p:txBody>
      </p:sp>
    </p:spTree>
    <p:extLst>
      <p:ext uri="{BB962C8B-B14F-4D97-AF65-F5344CB8AC3E}">
        <p14:creationId xmlns:p14="http://schemas.microsoft.com/office/powerpoint/2010/main" val="1518276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a:extLst>
            <a:ext uri="{FF2B5EF4-FFF2-40B4-BE49-F238E27FC236}">
              <a16:creationId xmlns:a16="http://schemas.microsoft.com/office/drawing/2014/main" id="{1E03D04F-F3D2-66C8-1441-A7959F9CDD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DD3187-2913-D832-B18A-479A8C7FDA02}"/>
              </a:ext>
            </a:extLst>
          </p:cNvPr>
          <p:cNvSpPr>
            <a:spLocks noGrp="1"/>
          </p:cNvSpPr>
          <p:nvPr>
            <p:ph type="ctrTitle"/>
          </p:nvPr>
        </p:nvSpPr>
        <p:spPr>
          <a:xfrm>
            <a:off x="3623663" y="333550"/>
            <a:ext cx="6080951" cy="1030586"/>
          </a:xfrm>
        </p:spPr>
        <p:txBody>
          <a:bodyPr/>
          <a:lstStyle/>
          <a:p>
            <a:r>
              <a:rPr lang="en-US" sz="4000" dirty="0">
                <a:solidFill>
                  <a:schemeClr val="accent4">
                    <a:lumMod val="40000"/>
                    <a:lumOff val="60000"/>
                  </a:schemeClr>
                </a:solidFill>
                <a:latin typeface="Century Gothic" panose="020B0502020202020204" pitchFamily="34" charset="0"/>
              </a:rPr>
              <a:t>Dashboard</a:t>
            </a:r>
          </a:p>
        </p:txBody>
      </p:sp>
      <p:pic>
        <p:nvPicPr>
          <p:cNvPr id="4" name="Picture 3">
            <a:extLst>
              <a:ext uri="{FF2B5EF4-FFF2-40B4-BE49-F238E27FC236}">
                <a16:creationId xmlns:a16="http://schemas.microsoft.com/office/drawing/2014/main" id="{FEC5FA74-3836-857E-2A78-8361ED790EC4}"/>
              </a:ext>
            </a:extLst>
          </p:cNvPr>
          <p:cNvPicPr>
            <a:picLocks noChangeAspect="1"/>
          </p:cNvPicPr>
          <p:nvPr/>
        </p:nvPicPr>
        <p:blipFill>
          <a:blip r:embed="rId2"/>
          <a:stretch>
            <a:fillRect/>
          </a:stretch>
        </p:blipFill>
        <p:spPr>
          <a:xfrm>
            <a:off x="2193472" y="1466767"/>
            <a:ext cx="8975040" cy="5057683"/>
          </a:xfrm>
          <a:prstGeom prst="rect">
            <a:avLst/>
          </a:prstGeom>
        </p:spPr>
      </p:pic>
    </p:spTree>
    <p:extLst>
      <p:ext uri="{BB962C8B-B14F-4D97-AF65-F5344CB8AC3E}">
        <p14:creationId xmlns:p14="http://schemas.microsoft.com/office/powerpoint/2010/main" val="61652918"/>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a:extLst>
            <a:ext uri="{FF2B5EF4-FFF2-40B4-BE49-F238E27FC236}">
              <a16:creationId xmlns:a16="http://schemas.microsoft.com/office/drawing/2014/main" id="{6ECBFE5F-45E1-11FE-D4F0-DEA0EE56C4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976E53-39F6-D58C-3808-1BFBE0471709}"/>
              </a:ext>
            </a:extLst>
          </p:cNvPr>
          <p:cNvSpPr>
            <a:spLocks noGrp="1"/>
          </p:cNvSpPr>
          <p:nvPr>
            <p:ph type="ctrTitle"/>
          </p:nvPr>
        </p:nvSpPr>
        <p:spPr>
          <a:xfrm>
            <a:off x="3242664" y="618263"/>
            <a:ext cx="4329952" cy="1030586"/>
          </a:xfrm>
        </p:spPr>
        <p:txBody>
          <a:bodyPr/>
          <a:lstStyle/>
          <a:p>
            <a:r>
              <a:rPr lang="en-US" sz="4000" dirty="0">
                <a:solidFill>
                  <a:schemeClr val="accent4">
                    <a:lumMod val="40000"/>
                    <a:lumOff val="60000"/>
                  </a:schemeClr>
                </a:solidFill>
                <a:latin typeface="Century Gothic" panose="020B0502020202020204" pitchFamily="34" charset="0"/>
              </a:rPr>
              <a:t>Dashboard</a:t>
            </a:r>
          </a:p>
        </p:txBody>
      </p:sp>
      <p:pic>
        <p:nvPicPr>
          <p:cNvPr id="5" name="Picture 4">
            <a:extLst>
              <a:ext uri="{FF2B5EF4-FFF2-40B4-BE49-F238E27FC236}">
                <a16:creationId xmlns:a16="http://schemas.microsoft.com/office/drawing/2014/main" id="{787322A6-FF17-BA86-BFD2-5D205FD43424}"/>
              </a:ext>
            </a:extLst>
          </p:cNvPr>
          <p:cNvPicPr>
            <a:picLocks noChangeAspect="1"/>
          </p:cNvPicPr>
          <p:nvPr/>
        </p:nvPicPr>
        <p:blipFill>
          <a:blip r:embed="rId2"/>
          <a:stretch>
            <a:fillRect/>
          </a:stretch>
        </p:blipFill>
        <p:spPr>
          <a:xfrm>
            <a:off x="2220686" y="1763149"/>
            <a:ext cx="8588829" cy="4870131"/>
          </a:xfrm>
          <a:prstGeom prst="rect">
            <a:avLst/>
          </a:prstGeom>
        </p:spPr>
      </p:pic>
    </p:spTree>
    <p:extLst>
      <p:ext uri="{BB962C8B-B14F-4D97-AF65-F5344CB8AC3E}">
        <p14:creationId xmlns:p14="http://schemas.microsoft.com/office/powerpoint/2010/main" val="4147185122"/>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a:extLst>
            <a:ext uri="{FF2B5EF4-FFF2-40B4-BE49-F238E27FC236}">
              <a16:creationId xmlns:a16="http://schemas.microsoft.com/office/drawing/2014/main" id="{5CD4B972-E7F3-21AC-1EFB-7389CD2502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1572C6-3EBF-EE8C-9D16-A6B3C0F149CE}"/>
              </a:ext>
            </a:extLst>
          </p:cNvPr>
          <p:cNvSpPr>
            <a:spLocks noGrp="1"/>
          </p:cNvSpPr>
          <p:nvPr>
            <p:ph type="ctrTitle"/>
          </p:nvPr>
        </p:nvSpPr>
        <p:spPr>
          <a:xfrm>
            <a:off x="3702424" y="302576"/>
            <a:ext cx="4329952" cy="1030586"/>
          </a:xfrm>
        </p:spPr>
        <p:txBody>
          <a:bodyPr/>
          <a:lstStyle/>
          <a:p>
            <a:r>
              <a:rPr lang="en-US" sz="4000" dirty="0">
                <a:solidFill>
                  <a:schemeClr val="accent4">
                    <a:lumMod val="40000"/>
                    <a:lumOff val="60000"/>
                  </a:schemeClr>
                </a:solidFill>
                <a:latin typeface="Century Gothic" panose="020B0502020202020204" pitchFamily="34" charset="0"/>
              </a:rPr>
              <a:t>Dashboard</a:t>
            </a:r>
          </a:p>
        </p:txBody>
      </p:sp>
      <p:pic>
        <p:nvPicPr>
          <p:cNvPr id="4" name="Picture 3">
            <a:extLst>
              <a:ext uri="{FF2B5EF4-FFF2-40B4-BE49-F238E27FC236}">
                <a16:creationId xmlns:a16="http://schemas.microsoft.com/office/drawing/2014/main" id="{A9F4FDEC-ED60-0F06-9B49-88CD9558B325}"/>
              </a:ext>
            </a:extLst>
          </p:cNvPr>
          <p:cNvPicPr>
            <a:picLocks noChangeAspect="1"/>
          </p:cNvPicPr>
          <p:nvPr/>
        </p:nvPicPr>
        <p:blipFill>
          <a:blip r:embed="rId2"/>
          <a:stretch>
            <a:fillRect/>
          </a:stretch>
        </p:blipFill>
        <p:spPr>
          <a:xfrm>
            <a:off x="2079172" y="1516340"/>
            <a:ext cx="9029003" cy="5102174"/>
          </a:xfrm>
          <a:prstGeom prst="rect">
            <a:avLst/>
          </a:prstGeom>
        </p:spPr>
      </p:pic>
    </p:spTree>
    <p:extLst>
      <p:ext uri="{BB962C8B-B14F-4D97-AF65-F5344CB8AC3E}">
        <p14:creationId xmlns:p14="http://schemas.microsoft.com/office/powerpoint/2010/main" val="1578094914"/>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D51A0-649B-F549-9584-388A6FD41DD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E6AD24D-4E86-0BAA-248A-11B63E2CBFC5}"/>
              </a:ext>
            </a:extLst>
          </p:cNvPr>
          <p:cNvSpPr>
            <a:spLocks noGrp="1"/>
          </p:cNvSpPr>
          <p:nvPr>
            <p:ph type="title"/>
          </p:nvPr>
        </p:nvSpPr>
        <p:spPr>
          <a:xfrm>
            <a:off x="168730" y="923148"/>
            <a:ext cx="3467100" cy="859055"/>
          </a:xfrm>
        </p:spPr>
        <p:txBody>
          <a:bodyPr>
            <a:normAutofit/>
          </a:bodyPr>
          <a:lstStyle/>
          <a:p>
            <a:pPr algn="ctr"/>
            <a:r>
              <a:rPr lang="en-US" sz="3200" dirty="0">
                <a:latin typeface="Century Gothic" panose="020B0502020202020204" pitchFamily="34" charset="0"/>
              </a:rPr>
              <a:t>Conclusion</a:t>
            </a:r>
          </a:p>
        </p:txBody>
      </p:sp>
      <p:sp>
        <p:nvSpPr>
          <p:cNvPr id="5" name="Text Placeholder 4">
            <a:extLst>
              <a:ext uri="{FF2B5EF4-FFF2-40B4-BE49-F238E27FC236}">
                <a16:creationId xmlns:a16="http://schemas.microsoft.com/office/drawing/2014/main" id="{E3F870A2-07D7-140C-48C8-D04AFA9DEC44}"/>
              </a:ext>
            </a:extLst>
          </p:cNvPr>
          <p:cNvSpPr>
            <a:spLocks noGrp="1"/>
          </p:cNvSpPr>
          <p:nvPr>
            <p:ph type="body" idx="1"/>
          </p:nvPr>
        </p:nvSpPr>
        <p:spPr>
          <a:xfrm>
            <a:off x="804995" y="1782203"/>
            <a:ext cx="9094785" cy="4715434"/>
          </a:xfrm>
        </p:spPr>
        <p:txBody>
          <a:bodyPr>
            <a:noAutofit/>
          </a:bodyPr>
          <a:lstStyle/>
          <a:p>
            <a:pPr marL="285750" indent="-285750" algn="just">
              <a:lnSpc>
                <a:spcPct val="150000"/>
              </a:lnSpc>
              <a:buFont typeface="Wingdings" panose="05000000000000000000" pitchFamily="2" charset="2"/>
              <a:buChar char="q"/>
            </a:pPr>
            <a:r>
              <a:rPr lang="en-US" sz="2000" spc="0" dirty="0">
                <a:latin typeface="Century Gothic" panose="020B0502020202020204" pitchFamily="34" charset="0"/>
              </a:rPr>
              <a:t>Sales peaked in 2020 – focus on what worked that year.</a:t>
            </a:r>
          </a:p>
          <a:p>
            <a:pPr marL="285750" indent="-285750" algn="just">
              <a:lnSpc>
                <a:spcPct val="150000"/>
              </a:lnSpc>
              <a:buFont typeface="Wingdings" panose="05000000000000000000" pitchFamily="2" charset="2"/>
              <a:buChar char="q"/>
            </a:pPr>
            <a:r>
              <a:rPr lang="en-US" sz="2000" spc="0" dirty="0">
                <a:latin typeface="Century Gothic" panose="020B0502020202020204" pitchFamily="34" charset="0"/>
              </a:rPr>
              <a:t>Top products drive most revenue – invest more in them.</a:t>
            </a:r>
          </a:p>
          <a:p>
            <a:pPr marL="285750" indent="-285750" algn="just">
              <a:lnSpc>
                <a:spcPct val="150000"/>
              </a:lnSpc>
              <a:buFont typeface="Wingdings" panose="05000000000000000000" pitchFamily="2" charset="2"/>
              <a:buChar char="q"/>
            </a:pPr>
            <a:r>
              <a:rPr lang="en-US" sz="2000" spc="0" dirty="0">
                <a:latin typeface="Century Gothic" panose="020B0502020202020204" pitchFamily="34" charset="0"/>
              </a:rPr>
              <a:t>Greater Accra and Ashanti lead in sales – target other regions more.</a:t>
            </a:r>
          </a:p>
          <a:p>
            <a:pPr marL="285750" indent="-285750" algn="just">
              <a:lnSpc>
                <a:spcPct val="150000"/>
              </a:lnSpc>
              <a:buFont typeface="Wingdings" panose="05000000000000000000" pitchFamily="2" charset="2"/>
              <a:buChar char="q"/>
            </a:pPr>
            <a:r>
              <a:rPr lang="en-US" sz="2000" spc="0" dirty="0">
                <a:latin typeface="Century Gothic" panose="020B0502020202020204" pitchFamily="34" charset="0"/>
              </a:rPr>
              <a:t>Sales dip in Sept – run offers and ads during low months.</a:t>
            </a:r>
          </a:p>
          <a:p>
            <a:pPr marL="285750" indent="-285750" algn="just">
              <a:lnSpc>
                <a:spcPct val="150000"/>
              </a:lnSpc>
              <a:buFont typeface="Wingdings" panose="05000000000000000000" pitchFamily="2" charset="2"/>
              <a:buChar char="q"/>
            </a:pPr>
            <a:r>
              <a:rPr lang="en-US" sz="2000" spc="0" dirty="0">
                <a:latin typeface="Century Gothic" panose="020B0502020202020204" pitchFamily="34" charset="0"/>
              </a:rPr>
              <a:t>Express delivery is fastest – promote it to boost satisfaction.</a:t>
            </a:r>
          </a:p>
          <a:p>
            <a:pPr marL="285750" indent="-285750" algn="just">
              <a:lnSpc>
                <a:spcPct val="150000"/>
              </a:lnSpc>
              <a:buFont typeface="Wingdings" panose="05000000000000000000" pitchFamily="2" charset="2"/>
              <a:buChar char="q"/>
            </a:pPr>
            <a:r>
              <a:rPr lang="en-US" sz="2000" spc="0" dirty="0">
                <a:latin typeface="Century Gothic" panose="020B0502020202020204" pitchFamily="34" charset="0"/>
              </a:rPr>
              <a:t>Long wait times link to low ratings – improve delivery efficiency.</a:t>
            </a:r>
          </a:p>
        </p:txBody>
      </p:sp>
    </p:spTree>
    <p:extLst>
      <p:ext uri="{BB962C8B-B14F-4D97-AF65-F5344CB8AC3E}">
        <p14:creationId xmlns:p14="http://schemas.microsoft.com/office/powerpoint/2010/main" val="897408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a:extLst>
            <a:ext uri="{FF2B5EF4-FFF2-40B4-BE49-F238E27FC236}">
              <a16:creationId xmlns:a16="http://schemas.microsoft.com/office/drawing/2014/main" id="{20096838-52DF-CF60-ECA1-8374FEE16B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84C416-3052-86C8-3645-BEE18E7D86B3}"/>
              </a:ext>
            </a:extLst>
          </p:cNvPr>
          <p:cNvSpPr>
            <a:spLocks noGrp="1"/>
          </p:cNvSpPr>
          <p:nvPr>
            <p:ph type="ctrTitle"/>
          </p:nvPr>
        </p:nvSpPr>
        <p:spPr>
          <a:xfrm>
            <a:off x="1032978" y="1171101"/>
            <a:ext cx="6725627" cy="1030586"/>
          </a:xfrm>
        </p:spPr>
        <p:txBody>
          <a:bodyPr/>
          <a:lstStyle/>
          <a:p>
            <a:pPr algn="ctr"/>
            <a:r>
              <a:rPr lang="en-US" sz="3200" dirty="0">
                <a:solidFill>
                  <a:schemeClr val="accent4">
                    <a:lumMod val="40000"/>
                    <a:lumOff val="60000"/>
                  </a:schemeClr>
                </a:solidFill>
                <a:latin typeface="Century Gothic" panose="020B0502020202020204" pitchFamily="34" charset="0"/>
              </a:rPr>
              <a:t>Recommendations</a:t>
            </a:r>
          </a:p>
        </p:txBody>
      </p:sp>
      <p:sp>
        <p:nvSpPr>
          <p:cNvPr id="4" name="Text Placeholder 4">
            <a:extLst>
              <a:ext uri="{FF2B5EF4-FFF2-40B4-BE49-F238E27FC236}">
                <a16:creationId xmlns:a16="http://schemas.microsoft.com/office/drawing/2014/main" id="{615A897E-11E6-0CF4-20F2-7A623FCA4940}"/>
              </a:ext>
            </a:extLst>
          </p:cNvPr>
          <p:cNvSpPr txBox="1">
            <a:spLocks/>
          </p:cNvSpPr>
          <p:nvPr/>
        </p:nvSpPr>
        <p:spPr>
          <a:xfrm>
            <a:off x="2470785" y="2397314"/>
            <a:ext cx="10004610" cy="4327710"/>
          </a:xfrm>
          <a:prstGeom prst="rect">
            <a:avLst/>
          </a:prstGeom>
        </p:spPr>
        <p:txBody>
          <a:bodyPr vert="horz" lIns="91440" tIns="45720" rIns="91440" bIns="45720" rtlCol="0">
            <a:noAutofit/>
          </a:bodyPr>
          <a:lstStyle>
            <a:lvl1pPr marL="285750" indent="-285750" algn="just">
              <a:lnSpc>
                <a:spcPct val="150000"/>
              </a:lnSpc>
              <a:spcBef>
                <a:spcPts val="1000"/>
              </a:spcBef>
              <a:buClr>
                <a:schemeClr val="accent2"/>
              </a:buClr>
              <a:buFont typeface="Wingdings" panose="05000000000000000000" pitchFamily="2" charset="2"/>
              <a:buChar char="q"/>
              <a:defRPr lang="en-US" sz="2000" spc="0">
                <a:solidFill>
                  <a:schemeClr val="accent1">
                    <a:lumMod val="20000"/>
                    <a:lumOff val="80000"/>
                  </a:schemeClr>
                </a:solidFill>
                <a:cs typeface="Arial" panose="020B0604020202020204" pitchFamily="34" charset="0"/>
              </a:defRPr>
            </a:lvl1pPr>
            <a:lvl2pPr marL="685800" indent="-228600">
              <a:lnSpc>
                <a:spcPct val="90000"/>
              </a:lnSpc>
              <a:spcBef>
                <a:spcPts val="500"/>
              </a:spcBef>
              <a:buClr>
                <a:schemeClr val="accent2"/>
              </a:buClr>
              <a:buFont typeface="Arial" panose="020B0604020202020204" pitchFamily="34" charset="0"/>
              <a:buChar char="•"/>
              <a:defRPr sz="2400"/>
            </a:lvl2pPr>
            <a:lvl3pPr marL="1143000" indent="-228600">
              <a:lnSpc>
                <a:spcPct val="90000"/>
              </a:lnSpc>
              <a:spcBef>
                <a:spcPts val="500"/>
              </a:spcBef>
              <a:buClr>
                <a:schemeClr val="accent2"/>
              </a:buClr>
              <a:buFont typeface="Arial" panose="020B0604020202020204" pitchFamily="34" charset="0"/>
              <a:buChar char="•"/>
              <a:defRPr sz="2000"/>
            </a:lvl3pPr>
            <a:lvl4pPr marL="1600200" indent="-228600">
              <a:lnSpc>
                <a:spcPct val="90000"/>
              </a:lnSpc>
              <a:spcBef>
                <a:spcPts val="500"/>
              </a:spcBef>
              <a:buClr>
                <a:schemeClr val="accent2"/>
              </a:buClr>
              <a:buFont typeface="Arial" panose="020B0604020202020204" pitchFamily="34" charset="0"/>
              <a:buChar char="•"/>
            </a:lvl4pPr>
            <a:lvl5pPr marL="2057400" indent="-228600">
              <a:lnSpc>
                <a:spcPct val="90000"/>
              </a:lnSpc>
              <a:spcBef>
                <a:spcPts val="500"/>
              </a:spcBef>
              <a:buClr>
                <a:schemeClr val="accent2"/>
              </a:buClr>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latin typeface="Century Gothic" panose="020B0502020202020204" pitchFamily="34" charset="0"/>
              </a:rPr>
              <a:t>Focus more on top-selling products like Canon cameras and Amazon tablets.</a:t>
            </a:r>
          </a:p>
          <a:p>
            <a:r>
              <a:rPr lang="en-US" dirty="0">
                <a:latin typeface="Century Gothic" panose="020B0502020202020204" pitchFamily="34" charset="0"/>
              </a:rPr>
              <a:t>Run offers in locations with low sales to boost orders.</a:t>
            </a:r>
          </a:p>
          <a:p>
            <a:r>
              <a:rPr lang="en-US" dirty="0">
                <a:latin typeface="Century Gothic" panose="020B0502020202020204" pitchFamily="34" charset="0"/>
              </a:rPr>
              <a:t>Invest more in high-sales areas like Greater Accra and Ashanti.</a:t>
            </a:r>
          </a:p>
          <a:p>
            <a:r>
              <a:rPr lang="en-US" dirty="0">
                <a:latin typeface="Century Gothic" panose="020B0502020202020204" pitchFamily="34" charset="0"/>
              </a:rPr>
              <a:t>Give discounts during slow months like June to September.</a:t>
            </a:r>
          </a:p>
          <a:p>
            <a:r>
              <a:rPr lang="en-US" dirty="0">
                <a:latin typeface="Century Gothic" panose="020B0502020202020204" pitchFamily="34" charset="0"/>
              </a:rPr>
              <a:t>Bundle cheap fast-selling items with big products to increase sales.</a:t>
            </a:r>
          </a:p>
          <a:p>
            <a:r>
              <a:rPr lang="en-US" dirty="0">
                <a:latin typeface="Century Gothic" panose="020B0502020202020204" pitchFamily="34" charset="0"/>
              </a:rPr>
              <a:t>Give discounts to loyal customers to keep them coming back.</a:t>
            </a:r>
          </a:p>
        </p:txBody>
      </p:sp>
    </p:spTree>
    <p:extLst>
      <p:ext uri="{BB962C8B-B14F-4D97-AF65-F5344CB8AC3E}">
        <p14:creationId xmlns:p14="http://schemas.microsoft.com/office/powerpoint/2010/main" val="4223470745"/>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a:xfrm>
            <a:off x="5871883" y="2998695"/>
            <a:ext cx="6149788" cy="2317376"/>
          </a:xfrm>
        </p:spPr>
        <p:txBody>
          <a:bodyPr/>
          <a:lstStyle/>
          <a:p>
            <a:r>
              <a:rPr lang="en-US" sz="8800" dirty="0">
                <a:effectLst>
                  <a:glow rad="63500">
                    <a:schemeClr val="accent6">
                      <a:satMod val="175000"/>
                      <a:alpha val="40000"/>
                    </a:schemeClr>
                  </a:glow>
                  <a:outerShdw blurRad="127000" dist="38100" dir="10800000" algn="r" rotWithShape="0">
                    <a:prstClr val="black">
                      <a:alpha val="40000"/>
                    </a:prstClr>
                  </a:outerShdw>
                </a:effectLst>
                <a:latin typeface="Century Gothic" panose="020B0502020202020204" pitchFamily="34" charset="0"/>
              </a:rPr>
              <a:t>Thank You</a:t>
            </a:r>
            <a:endParaRPr lang="en-GB" sz="8800" dirty="0">
              <a:effectLst>
                <a:glow rad="63500">
                  <a:schemeClr val="accent6">
                    <a:satMod val="175000"/>
                    <a:alpha val="40000"/>
                  </a:schemeClr>
                </a:glow>
                <a:outerShdw blurRad="127000" dist="38100" dir="10800000" algn="r" rotWithShape="0">
                  <a:prstClr val="black">
                    <a:alpha val="40000"/>
                  </a:prstClr>
                </a:outerShdw>
              </a:effectLst>
              <a:latin typeface="Century Gothic" panose="020B0502020202020204" pitchFamily="34" charset="0"/>
            </a:endParaRPr>
          </a:p>
        </p:txBody>
      </p:sp>
    </p:spTree>
    <p:extLst>
      <p:ext uri="{BB962C8B-B14F-4D97-AF65-F5344CB8AC3E}">
        <p14:creationId xmlns:p14="http://schemas.microsoft.com/office/powerpoint/2010/main" val="44069682"/>
      </p:ext>
    </p:extLst>
  </p:cSld>
  <p:clrMapOvr>
    <a:masterClrMapping/>
  </p:clrMapOvr>
  <p:transition spd="slow">
    <p:wipe/>
  </p:transition>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5757914-1161-4661-9696-421FD6935CDD}">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B26E0C9-B2AA-42E6-97B6-E1B7D9EAF12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Modern blue presentation</Template>
  <TotalTime>549</TotalTime>
  <Words>1076</Words>
  <Application>Microsoft Office PowerPoint</Application>
  <PresentationFormat>Widescreen</PresentationFormat>
  <Paragraphs>109</Paragraphs>
  <Slides>22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Calibri</vt:lpstr>
      <vt:lpstr>Century Gothic</vt:lpstr>
      <vt:lpstr>Trade Gothic LT Pro</vt:lpstr>
      <vt:lpstr>Trebuchet MS</vt:lpstr>
      <vt:lpstr>Wingdings</vt:lpstr>
      <vt:lpstr>Office Theme</vt:lpstr>
      <vt:lpstr>Amazon  Ecommerce Analysis</vt:lpstr>
      <vt:lpstr>Agenda</vt:lpstr>
      <vt:lpstr>“More than 60% of Amazon's sales come from third-party sellers, not Amazon itself.” </vt:lpstr>
      <vt:lpstr>ABOUT AMAZON E-COMMERCE</vt:lpstr>
      <vt:lpstr>Problem Statement</vt:lpstr>
      <vt:lpstr>Data Overview</vt:lpstr>
      <vt:lpstr>DATA CLEANING STEPS UNDERTAKEN:</vt:lpstr>
      <vt:lpstr>WHY THIS DATA IS CRUCIAL FOR ANALYSIS ?</vt:lpstr>
      <vt:lpstr>PowerPoint Presentation</vt:lpstr>
      <vt:lpstr>Metric 2: “REVENUE BREAKDOWN BY YEAR AND BY PRODUCT”</vt:lpstr>
      <vt:lpstr>Metric 3: “TOTAL REVENUE BY LOCATION”</vt:lpstr>
      <vt:lpstr>PowerPoint Presentation</vt:lpstr>
      <vt:lpstr>Metric 5: “AVERAGE WAIT TIME BY PRODUCT CATEGORY”</vt:lpstr>
      <vt:lpstr>PowerPoint Presentation</vt:lpstr>
      <vt:lpstr>Metric 7: “AVERAGE SHIPPING COST BY PRODUCT CATEGORY”</vt:lpstr>
      <vt:lpstr>PowerPoint Presentation</vt:lpstr>
      <vt:lpstr>Dashboard</vt:lpstr>
      <vt:lpstr>Dashboard</vt:lpstr>
      <vt:lpstr>Dashboard</vt:lpstr>
      <vt:lpstr>Conclusion</vt:lpstr>
      <vt:lpstr>Recommendations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Chandan Kumar</dc:creator>
  <cp:lastModifiedBy>ASHUTOSH KAR</cp:lastModifiedBy>
  <cp:revision>8</cp:revision>
  <dcterms:created xsi:type="dcterms:W3CDTF">2025-01-17T13:13:25Z</dcterms:created>
  <dcterms:modified xsi:type="dcterms:W3CDTF">2026-01-26T14:30:16Z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